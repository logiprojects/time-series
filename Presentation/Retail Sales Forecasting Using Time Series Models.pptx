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7" r:id="rId5"/>
    <p:sldId id="259" r:id="rId6"/>
    <p:sldId id="278" r:id="rId7"/>
    <p:sldId id="279" r:id="rId8"/>
    <p:sldId id="280" r:id="rId9"/>
    <p:sldId id="260" r:id="rId10"/>
    <p:sldId id="270" r:id="rId11"/>
    <p:sldId id="273" r:id="rId12"/>
    <p:sldId id="272" r:id="rId13"/>
    <p:sldId id="271" r:id="rId14"/>
    <p:sldId id="274" r:id="rId15"/>
    <p:sldId id="266" r:id="rId16"/>
    <p:sldId id="283" r:id="rId17"/>
    <p:sldId id="282" r:id="rId18"/>
    <p:sldId id="284" r:id="rId19"/>
    <p:sldId id="267" r:id="rId20"/>
    <p:sldId id="285" r:id="rId21"/>
    <p:sldId id="286" r:id="rId22"/>
    <p:sldId id="287" r:id="rId23"/>
    <p:sldId id="268" r:id="rId24"/>
    <p:sldId id="288" r:id="rId25"/>
    <p:sldId id="289" r:id="rId26"/>
    <p:sldId id="290" r:id="rId27"/>
    <p:sldId id="275" r:id="rId28"/>
    <p:sldId id="269" r:id="rId29"/>
    <p:sldId id="291" r:id="rId30"/>
    <p:sldId id="292" r:id="rId31"/>
    <p:sldId id="293" r:id="rId32"/>
    <p:sldId id="294" r:id="rId33"/>
    <p:sldId id="295" r:id="rId34"/>
    <p:sldId id="261" r:id="rId35"/>
    <p:sldId id="296" r:id="rId36"/>
    <p:sldId id="262" r:id="rId37"/>
    <p:sldId id="264" r:id="rId38"/>
    <p:sldId id="265" r:id="rId39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4" Type="http://schemas.openxmlformats.org/officeDocument/2006/relationships/image" Target="../media/image26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4" Type="http://schemas.openxmlformats.org/officeDocument/2006/relationships/image" Target="../media/image26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4" Type="http://schemas.openxmlformats.org/officeDocument/2006/relationships/image" Target="../media/image26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4" Type="http://schemas.openxmlformats.org/officeDocument/2006/relationships/image" Target="../media/image2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4" Type="http://schemas.openxmlformats.org/officeDocument/2006/relationships/image" Target="../media/image26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4" Type="http://schemas.openxmlformats.org/officeDocument/2006/relationships/image" Target="../media/image26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4" Type="http://schemas.openxmlformats.org/officeDocument/2006/relationships/image" Target="../media/image26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A98328-285B-4D4A-8BF5-226F3A25525A}" type="doc">
      <dgm:prSet loTypeId="urn:microsoft.com/office/officeart/2005/8/layout/list1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CD122E88-8EBE-457C-BD02-2F11BE36A76A}">
      <dgm:prSet/>
      <dgm:spPr/>
      <dgm:t>
        <a:bodyPr/>
        <a:lstStyle/>
        <a:p>
          <a:r>
            <a:rPr lang="en-US"/>
            <a:t>Demand Forecast</a:t>
          </a:r>
        </a:p>
      </dgm:t>
    </dgm:pt>
    <dgm:pt modelId="{8F7735E6-7FDC-4DDD-B6EF-FCDD83BF6DF1}" type="parTrans" cxnId="{1C620FE8-C575-484E-9A80-6B120D48571A}">
      <dgm:prSet/>
      <dgm:spPr/>
      <dgm:t>
        <a:bodyPr/>
        <a:lstStyle/>
        <a:p>
          <a:endParaRPr lang="en-US"/>
        </a:p>
      </dgm:t>
    </dgm:pt>
    <dgm:pt modelId="{B9F92FCE-C9CE-4DFB-B2C2-7C03261D9C92}" type="sibTrans" cxnId="{1C620FE8-C575-484E-9A80-6B120D48571A}">
      <dgm:prSet/>
      <dgm:spPr/>
      <dgm:t>
        <a:bodyPr/>
        <a:lstStyle/>
        <a:p>
          <a:endParaRPr lang="en-US"/>
        </a:p>
      </dgm:t>
    </dgm:pt>
    <dgm:pt modelId="{18D085E0-FF5B-4E23-B000-69953045C0F5}">
      <dgm:prSet/>
      <dgm:spPr/>
      <dgm:t>
        <a:bodyPr/>
        <a:lstStyle/>
        <a:p>
          <a:r>
            <a:rPr lang="en-US"/>
            <a:t>Predict unit sales</a:t>
          </a:r>
        </a:p>
      </dgm:t>
    </dgm:pt>
    <dgm:pt modelId="{F23487EA-B07A-4024-A2D0-85BA190F3DFB}" type="parTrans" cxnId="{C668CF58-E3F3-4516-B0B6-2CADC174DAAA}">
      <dgm:prSet/>
      <dgm:spPr/>
      <dgm:t>
        <a:bodyPr/>
        <a:lstStyle/>
        <a:p>
          <a:endParaRPr lang="en-US"/>
        </a:p>
      </dgm:t>
    </dgm:pt>
    <dgm:pt modelId="{CA069C3A-1A17-40E9-BC6D-5ADA55E2AC9A}" type="sibTrans" cxnId="{C668CF58-E3F3-4516-B0B6-2CADC174DAAA}">
      <dgm:prSet/>
      <dgm:spPr/>
      <dgm:t>
        <a:bodyPr/>
        <a:lstStyle/>
        <a:p>
          <a:endParaRPr lang="en-US"/>
        </a:p>
      </dgm:t>
    </dgm:pt>
    <dgm:pt modelId="{E74346B3-5A8E-481D-8517-8AC2F4BAD14B}">
      <dgm:prSet/>
      <dgm:spPr/>
      <dgm:t>
        <a:bodyPr/>
        <a:lstStyle/>
        <a:p>
          <a:r>
            <a:rPr lang="en-US"/>
            <a:t>Importance</a:t>
          </a:r>
        </a:p>
      </dgm:t>
    </dgm:pt>
    <dgm:pt modelId="{3B0DD05E-9F87-4C0A-B941-A008D6230AD1}" type="parTrans" cxnId="{07E20E1E-14D8-45B0-B87D-A15ACF6877E2}">
      <dgm:prSet/>
      <dgm:spPr/>
      <dgm:t>
        <a:bodyPr/>
        <a:lstStyle/>
        <a:p>
          <a:endParaRPr lang="en-US"/>
        </a:p>
      </dgm:t>
    </dgm:pt>
    <dgm:pt modelId="{3BE31FCD-E2BA-4918-8B51-E220462BB34C}" type="sibTrans" cxnId="{07E20E1E-14D8-45B0-B87D-A15ACF6877E2}">
      <dgm:prSet/>
      <dgm:spPr/>
      <dgm:t>
        <a:bodyPr/>
        <a:lstStyle/>
        <a:p>
          <a:endParaRPr lang="en-US"/>
        </a:p>
      </dgm:t>
    </dgm:pt>
    <dgm:pt modelId="{15A9A504-158F-4437-A2EC-83F60E63F655}">
      <dgm:prSet/>
      <dgm:spPr/>
      <dgm:t>
        <a:bodyPr/>
        <a:lstStyle/>
        <a:p>
          <a:r>
            <a:rPr lang="en-US"/>
            <a:t>Accurate forecast – inventory optimization</a:t>
          </a:r>
        </a:p>
      </dgm:t>
    </dgm:pt>
    <dgm:pt modelId="{B08AF2F0-334B-412E-AFDD-3F13F4B2B905}" type="parTrans" cxnId="{330902BB-BA29-4F09-AB08-A8DDD91FC42B}">
      <dgm:prSet/>
      <dgm:spPr/>
      <dgm:t>
        <a:bodyPr/>
        <a:lstStyle/>
        <a:p>
          <a:endParaRPr lang="en-US"/>
        </a:p>
      </dgm:t>
    </dgm:pt>
    <dgm:pt modelId="{906F19ED-B3AF-4352-8B12-F285FB620DAA}" type="sibTrans" cxnId="{330902BB-BA29-4F09-AB08-A8DDD91FC42B}">
      <dgm:prSet/>
      <dgm:spPr/>
      <dgm:t>
        <a:bodyPr/>
        <a:lstStyle/>
        <a:p>
          <a:endParaRPr lang="en-US"/>
        </a:p>
      </dgm:t>
    </dgm:pt>
    <dgm:pt modelId="{5A0DACA6-CA13-43FE-BB12-696BB12FE31D}" type="pres">
      <dgm:prSet presAssocID="{8EA98328-285B-4D4A-8BF5-226F3A25525A}" presName="linear" presStyleCnt="0">
        <dgm:presLayoutVars>
          <dgm:dir/>
          <dgm:animLvl val="lvl"/>
          <dgm:resizeHandles val="exact"/>
        </dgm:presLayoutVars>
      </dgm:prSet>
      <dgm:spPr/>
    </dgm:pt>
    <dgm:pt modelId="{A988DA70-4F62-4081-B864-42ECCF6383BC}" type="pres">
      <dgm:prSet presAssocID="{CD122E88-8EBE-457C-BD02-2F11BE36A76A}" presName="parentLin" presStyleCnt="0"/>
      <dgm:spPr/>
    </dgm:pt>
    <dgm:pt modelId="{E7A6B349-785C-4B05-9FA5-232E830DFBFB}" type="pres">
      <dgm:prSet presAssocID="{CD122E88-8EBE-457C-BD02-2F11BE36A76A}" presName="parentLeftMargin" presStyleLbl="node1" presStyleIdx="0" presStyleCnt="2"/>
      <dgm:spPr/>
    </dgm:pt>
    <dgm:pt modelId="{AB174E90-8AC2-4B71-AD52-ABBDB5C2DE8F}" type="pres">
      <dgm:prSet presAssocID="{CD122E88-8EBE-457C-BD02-2F11BE36A76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FABEF74-65FE-4DC6-9DD7-EAF6C1FEEF31}" type="pres">
      <dgm:prSet presAssocID="{CD122E88-8EBE-457C-BD02-2F11BE36A76A}" presName="negativeSpace" presStyleCnt="0"/>
      <dgm:spPr/>
    </dgm:pt>
    <dgm:pt modelId="{B15FCCA4-C0A0-4717-83F8-E94EE7A8C71C}" type="pres">
      <dgm:prSet presAssocID="{CD122E88-8EBE-457C-BD02-2F11BE36A76A}" presName="childText" presStyleLbl="conFgAcc1" presStyleIdx="0" presStyleCnt="2">
        <dgm:presLayoutVars>
          <dgm:bulletEnabled val="1"/>
        </dgm:presLayoutVars>
      </dgm:prSet>
      <dgm:spPr/>
    </dgm:pt>
    <dgm:pt modelId="{B55C0D45-89FD-4696-9809-BAE39256CBC0}" type="pres">
      <dgm:prSet presAssocID="{B9F92FCE-C9CE-4DFB-B2C2-7C03261D9C92}" presName="spaceBetweenRectangles" presStyleCnt="0"/>
      <dgm:spPr/>
    </dgm:pt>
    <dgm:pt modelId="{65FB4081-8341-48E9-BCCD-CBEE1D38365F}" type="pres">
      <dgm:prSet presAssocID="{E74346B3-5A8E-481D-8517-8AC2F4BAD14B}" presName="parentLin" presStyleCnt="0"/>
      <dgm:spPr/>
    </dgm:pt>
    <dgm:pt modelId="{38ECA785-4BC4-4C6C-9193-E023C04EDEC0}" type="pres">
      <dgm:prSet presAssocID="{E74346B3-5A8E-481D-8517-8AC2F4BAD14B}" presName="parentLeftMargin" presStyleLbl="node1" presStyleIdx="0" presStyleCnt="2"/>
      <dgm:spPr/>
    </dgm:pt>
    <dgm:pt modelId="{E9675AD2-DA3E-4D99-B0AE-788AE79085E8}" type="pres">
      <dgm:prSet presAssocID="{E74346B3-5A8E-481D-8517-8AC2F4BAD14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B0B14E5-ED01-4665-B9CF-25239FE3483F}" type="pres">
      <dgm:prSet presAssocID="{E74346B3-5A8E-481D-8517-8AC2F4BAD14B}" presName="negativeSpace" presStyleCnt="0"/>
      <dgm:spPr/>
    </dgm:pt>
    <dgm:pt modelId="{6DBBB4EA-0208-4AB6-BFCF-15F2D1CC63F9}" type="pres">
      <dgm:prSet presAssocID="{E74346B3-5A8E-481D-8517-8AC2F4BAD14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07E20E1E-14D8-45B0-B87D-A15ACF6877E2}" srcId="{8EA98328-285B-4D4A-8BF5-226F3A25525A}" destId="{E74346B3-5A8E-481D-8517-8AC2F4BAD14B}" srcOrd="1" destOrd="0" parTransId="{3B0DD05E-9F87-4C0A-B941-A008D6230AD1}" sibTransId="{3BE31FCD-E2BA-4918-8B51-E220462BB34C}"/>
    <dgm:cxn modelId="{5DDBB334-C607-401C-A45E-7288D2661E59}" type="presOf" srcId="{18D085E0-FF5B-4E23-B000-69953045C0F5}" destId="{B15FCCA4-C0A0-4717-83F8-E94EE7A8C71C}" srcOrd="0" destOrd="0" presId="urn:microsoft.com/office/officeart/2005/8/layout/list1"/>
    <dgm:cxn modelId="{2A686067-652D-4AE7-99CE-E59735A5EF40}" type="presOf" srcId="{8EA98328-285B-4D4A-8BF5-226F3A25525A}" destId="{5A0DACA6-CA13-43FE-BB12-696BB12FE31D}" srcOrd="0" destOrd="0" presId="urn:microsoft.com/office/officeart/2005/8/layout/list1"/>
    <dgm:cxn modelId="{A7C22B4F-71F1-404B-9283-A3C29F8EA309}" type="presOf" srcId="{15A9A504-158F-4437-A2EC-83F60E63F655}" destId="{6DBBB4EA-0208-4AB6-BFCF-15F2D1CC63F9}" srcOrd="0" destOrd="0" presId="urn:microsoft.com/office/officeart/2005/8/layout/list1"/>
    <dgm:cxn modelId="{C668CF58-E3F3-4516-B0B6-2CADC174DAAA}" srcId="{CD122E88-8EBE-457C-BD02-2F11BE36A76A}" destId="{18D085E0-FF5B-4E23-B000-69953045C0F5}" srcOrd="0" destOrd="0" parTransId="{F23487EA-B07A-4024-A2D0-85BA190F3DFB}" sibTransId="{CA069C3A-1A17-40E9-BC6D-5ADA55E2AC9A}"/>
    <dgm:cxn modelId="{CE691092-5764-43F5-BFD2-4AFC4CD8060A}" type="presOf" srcId="{CD122E88-8EBE-457C-BD02-2F11BE36A76A}" destId="{AB174E90-8AC2-4B71-AD52-ABBDB5C2DE8F}" srcOrd="1" destOrd="0" presId="urn:microsoft.com/office/officeart/2005/8/layout/list1"/>
    <dgm:cxn modelId="{A747B2B5-5EEB-4F9C-9AD3-BB11E603AA30}" type="presOf" srcId="{E74346B3-5A8E-481D-8517-8AC2F4BAD14B}" destId="{E9675AD2-DA3E-4D99-B0AE-788AE79085E8}" srcOrd="1" destOrd="0" presId="urn:microsoft.com/office/officeart/2005/8/layout/list1"/>
    <dgm:cxn modelId="{330902BB-BA29-4F09-AB08-A8DDD91FC42B}" srcId="{E74346B3-5A8E-481D-8517-8AC2F4BAD14B}" destId="{15A9A504-158F-4437-A2EC-83F60E63F655}" srcOrd="0" destOrd="0" parTransId="{B08AF2F0-334B-412E-AFDD-3F13F4B2B905}" sibTransId="{906F19ED-B3AF-4352-8B12-F285FB620DAA}"/>
    <dgm:cxn modelId="{8DCA37C4-BA97-43A6-A2A3-E8DE44B3AD12}" type="presOf" srcId="{E74346B3-5A8E-481D-8517-8AC2F4BAD14B}" destId="{38ECA785-4BC4-4C6C-9193-E023C04EDEC0}" srcOrd="0" destOrd="0" presId="urn:microsoft.com/office/officeart/2005/8/layout/list1"/>
    <dgm:cxn modelId="{1C620FE8-C575-484E-9A80-6B120D48571A}" srcId="{8EA98328-285B-4D4A-8BF5-226F3A25525A}" destId="{CD122E88-8EBE-457C-BD02-2F11BE36A76A}" srcOrd="0" destOrd="0" parTransId="{8F7735E6-7FDC-4DDD-B6EF-FCDD83BF6DF1}" sibTransId="{B9F92FCE-C9CE-4DFB-B2C2-7C03261D9C92}"/>
    <dgm:cxn modelId="{1E24D0F9-432C-4116-B072-BCE4F81C2E9C}" type="presOf" srcId="{CD122E88-8EBE-457C-BD02-2F11BE36A76A}" destId="{E7A6B349-785C-4B05-9FA5-232E830DFBFB}" srcOrd="0" destOrd="0" presId="urn:microsoft.com/office/officeart/2005/8/layout/list1"/>
    <dgm:cxn modelId="{04570501-AAEC-4264-80FF-A751395984B4}" type="presParOf" srcId="{5A0DACA6-CA13-43FE-BB12-696BB12FE31D}" destId="{A988DA70-4F62-4081-B864-42ECCF6383BC}" srcOrd="0" destOrd="0" presId="urn:microsoft.com/office/officeart/2005/8/layout/list1"/>
    <dgm:cxn modelId="{304FCD67-CD25-4D50-88C2-05E4EFF07945}" type="presParOf" srcId="{A988DA70-4F62-4081-B864-42ECCF6383BC}" destId="{E7A6B349-785C-4B05-9FA5-232E830DFBFB}" srcOrd="0" destOrd="0" presId="urn:microsoft.com/office/officeart/2005/8/layout/list1"/>
    <dgm:cxn modelId="{BEACA425-B91A-4C5A-B59D-D42E7FCC6DF4}" type="presParOf" srcId="{A988DA70-4F62-4081-B864-42ECCF6383BC}" destId="{AB174E90-8AC2-4B71-AD52-ABBDB5C2DE8F}" srcOrd="1" destOrd="0" presId="urn:microsoft.com/office/officeart/2005/8/layout/list1"/>
    <dgm:cxn modelId="{3DD3DE8B-42D1-4293-A1EC-1CD6143EA6BF}" type="presParOf" srcId="{5A0DACA6-CA13-43FE-BB12-696BB12FE31D}" destId="{AFABEF74-65FE-4DC6-9DD7-EAF6C1FEEF31}" srcOrd="1" destOrd="0" presId="urn:microsoft.com/office/officeart/2005/8/layout/list1"/>
    <dgm:cxn modelId="{E28002A4-2367-42BC-8807-0C61827F829E}" type="presParOf" srcId="{5A0DACA6-CA13-43FE-BB12-696BB12FE31D}" destId="{B15FCCA4-C0A0-4717-83F8-E94EE7A8C71C}" srcOrd="2" destOrd="0" presId="urn:microsoft.com/office/officeart/2005/8/layout/list1"/>
    <dgm:cxn modelId="{73A90972-F980-4B7E-B522-2704C4D4AD7A}" type="presParOf" srcId="{5A0DACA6-CA13-43FE-BB12-696BB12FE31D}" destId="{B55C0D45-89FD-4696-9809-BAE39256CBC0}" srcOrd="3" destOrd="0" presId="urn:microsoft.com/office/officeart/2005/8/layout/list1"/>
    <dgm:cxn modelId="{22330D6A-41BE-4FA2-A0D5-2CA445F4054B}" type="presParOf" srcId="{5A0DACA6-CA13-43FE-BB12-696BB12FE31D}" destId="{65FB4081-8341-48E9-BCCD-CBEE1D38365F}" srcOrd="4" destOrd="0" presId="urn:microsoft.com/office/officeart/2005/8/layout/list1"/>
    <dgm:cxn modelId="{02BED969-7F5F-4F49-B2DB-399AC63375A3}" type="presParOf" srcId="{65FB4081-8341-48E9-BCCD-CBEE1D38365F}" destId="{38ECA785-4BC4-4C6C-9193-E023C04EDEC0}" srcOrd="0" destOrd="0" presId="urn:microsoft.com/office/officeart/2005/8/layout/list1"/>
    <dgm:cxn modelId="{2AEE3F26-9ADF-4FB3-A565-FB13F2A8FF2D}" type="presParOf" srcId="{65FB4081-8341-48E9-BCCD-CBEE1D38365F}" destId="{E9675AD2-DA3E-4D99-B0AE-788AE79085E8}" srcOrd="1" destOrd="0" presId="urn:microsoft.com/office/officeart/2005/8/layout/list1"/>
    <dgm:cxn modelId="{399D2B22-271F-49F1-BC8A-158406727E72}" type="presParOf" srcId="{5A0DACA6-CA13-43FE-BB12-696BB12FE31D}" destId="{4B0B14E5-ED01-4665-B9CF-25239FE3483F}" srcOrd="5" destOrd="0" presId="urn:microsoft.com/office/officeart/2005/8/layout/list1"/>
    <dgm:cxn modelId="{0FD94948-A7BA-4ED8-BC19-1F9EF45C5981}" type="presParOf" srcId="{5A0DACA6-CA13-43FE-BB12-696BB12FE31D}" destId="{6DBBB4EA-0208-4AB6-BFCF-15F2D1CC63F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1B393B4-0268-4C05-9E82-29D8E0104AB7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074B998-4CC0-4277-A930-9620328DA2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Corporación Favorita Grocery Sales Forecasting</a:t>
          </a:r>
        </a:p>
      </dgm:t>
    </dgm:pt>
    <dgm:pt modelId="{F24B0248-D0AB-4412-9E3A-40C7D62D979E}" type="parTrans" cxnId="{5B1DED2B-146F-4F53-A4FE-40D0EFA6BD83}">
      <dgm:prSet/>
      <dgm:spPr/>
      <dgm:t>
        <a:bodyPr/>
        <a:lstStyle/>
        <a:p>
          <a:endParaRPr lang="en-US"/>
        </a:p>
      </dgm:t>
    </dgm:pt>
    <dgm:pt modelId="{0246F623-C8B6-46DD-9BC7-83C51A9B1FDA}" type="sibTrans" cxnId="{5B1DED2B-146F-4F53-A4FE-40D0EFA6BD8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04D57DB-C322-465E-983E-C5809808AD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Region: Guayas</a:t>
          </a:r>
        </a:p>
      </dgm:t>
    </dgm:pt>
    <dgm:pt modelId="{96C7D745-7E88-4006-9BBE-2469B0F3E162}" type="parTrans" cxnId="{4E52F9C8-05A2-4B68-AA5A-B8124C75A6B1}">
      <dgm:prSet/>
      <dgm:spPr/>
      <dgm:t>
        <a:bodyPr/>
        <a:lstStyle/>
        <a:p>
          <a:endParaRPr lang="en-US"/>
        </a:p>
      </dgm:t>
    </dgm:pt>
    <dgm:pt modelId="{0D8F0B0C-A4B7-4349-BCD1-973A56609CEB}" type="sibTrans" cxnId="{4E52F9C8-05A2-4B68-AA5A-B8124C75A6B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F2585EE-CDCD-47AA-9829-D15694C72C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Product Families: Top 3 (Grocery I, Beverages, Cleaning)</a:t>
          </a:r>
        </a:p>
      </dgm:t>
    </dgm:pt>
    <dgm:pt modelId="{70F7ACEE-BD63-4F4E-9E12-B96F8FFB7D49}" type="parTrans" cxnId="{656C8248-FDCC-4096-B8EC-635CD89225FD}">
      <dgm:prSet/>
      <dgm:spPr/>
      <dgm:t>
        <a:bodyPr/>
        <a:lstStyle/>
        <a:p>
          <a:endParaRPr lang="en-US"/>
        </a:p>
      </dgm:t>
    </dgm:pt>
    <dgm:pt modelId="{3AA82D96-4E79-4CB7-B3FF-E9209FAE4A29}" type="sibTrans" cxnId="{656C8248-FDCC-4096-B8EC-635CD89225F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61FDF64-4D28-41D1-A7DF-9E17174D44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Time Range: Jan 01 2013 – March 31 2014</a:t>
          </a:r>
        </a:p>
      </dgm:t>
    </dgm:pt>
    <dgm:pt modelId="{EECD47ED-120F-407A-B4A8-A42489A83BA2}" type="parTrans" cxnId="{51804D22-2964-448D-A636-C9C147BC4317}">
      <dgm:prSet/>
      <dgm:spPr/>
      <dgm:t>
        <a:bodyPr/>
        <a:lstStyle/>
        <a:p>
          <a:endParaRPr lang="en-US"/>
        </a:p>
      </dgm:t>
    </dgm:pt>
    <dgm:pt modelId="{01687170-FF66-4F11-9ED1-97A0895C831D}" type="sibTrans" cxnId="{51804D22-2964-448D-A636-C9C147BC431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E22427B-DCAF-4F68-8906-75C0784367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Target Variable: Unit_sales</a:t>
          </a:r>
        </a:p>
      </dgm:t>
    </dgm:pt>
    <dgm:pt modelId="{F6324F32-C448-45BC-8165-488C1C476DBF}" type="parTrans" cxnId="{1F6A70B6-6052-4CB8-88B2-84F6A08355C9}">
      <dgm:prSet/>
      <dgm:spPr/>
      <dgm:t>
        <a:bodyPr/>
        <a:lstStyle/>
        <a:p>
          <a:endParaRPr lang="en-US"/>
        </a:p>
      </dgm:t>
    </dgm:pt>
    <dgm:pt modelId="{1FD2914E-5FE1-41A7-8D9C-B2F3CC45A358}" type="sibTrans" cxnId="{1F6A70B6-6052-4CB8-88B2-84F6A08355C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81AC5D0-CA1F-4792-B83F-976E1B745D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2,750,000 records</a:t>
          </a:r>
        </a:p>
      </dgm:t>
    </dgm:pt>
    <dgm:pt modelId="{FDD1732D-23BC-4EBA-8D08-408771AEBF19}" type="parTrans" cxnId="{D01AAB85-2CB7-4325-8C51-405BC416E868}">
      <dgm:prSet/>
      <dgm:spPr/>
      <dgm:t>
        <a:bodyPr/>
        <a:lstStyle/>
        <a:p>
          <a:endParaRPr lang="en-US"/>
        </a:p>
      </dgm:t>
    </dgm:pt>
    <dgm:pt modelId="{A575AF21-5049-429F-B731-3EAEBD0428DE}" type="sibTrans" cxnId="{D01AAB85-2CB7-4325-8C51-405BC416E868}">
      <dgm:prSet/>
      <dgm:spPr/>
      <dgm:t>
        <a:bodyPr/>
        <a:lstStyle/>
        <a:p>
          <a:endParaRPr lang="en-US"/>
        </a:p>
      </dgm:t>
    </dgm:pt>
    <dgm:pt modelId="{61035931-E99D-48C3-9DCF-C6F3CD796BD3}" type="pres">
      <dgm:prSet presAssocID="{41B393B4-0268-4C05-9E82-29D8E0104AB7}" presName="root" presStyleCnt="0">
        <dgm:presLayoutVars>
          <dgm:dir/>
          <dgm:resizeHandles val="exact"/>
        </dgm:presLayoutVars>
      </dgm:prSet>
      <dgm:spPr/>
    </dgm:pt>
    <dgm:pt modelId="{70D293C7-C72F-45CD-AB66-956D4285BEC2}" type="pres">
      <dgm:prSet presAssocID="{41B393B4-0268-4C05-9E82-29D8E0104AB7}" presName="container" presStyleCnt="0">
        <dgm:presLayoutVars>
          <dgm:dir/>
          <dgm:resizeHandles val="exact"/>
        </dgm:presLayoutVars>
      </dgm:prSet>
      <dgm:spPr/>
    </dgm:pt>
    <dgm:pt modelId="{19A57F3A-CF3C-4CF5-AABD-778007522BC3}" type="pres">
      <dgm:prSet presAssocID="{4074B998-4CC0-4277-A930-9620328DA2DE}" presName="compNode" presStyleCnt="0"/>
      <dgm:spPr/>
    </dgm:pt>
    <dgm:pt modelId="{72AF3662-D314-4A56-8BFD-7F6DB4759C88}" type="pres">
      <dgm:prSet presAssocID="{4074B998-4CC0-4277-A930-9620328DA2DE}" presName="iconBgRect" presStyleLbl="bgShp" presStyleIdx="0" presStyleCnt="6"/>
      <dgm:spPr/>
    </dgm:pt>
    <dgm:pt modelId="{37416AFA-FD8A-48FF-8F58-4EBBB2E15541}" type="pres">
      <dgm:prSet presAssocID="{4074B998-4CC0-4277-A930-9620328DA2D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CB646D3E-4AF7-413C-A2C9-C04DDCA792A7}" type="pres">
      <dgm:prSet presAssocID="{4074B998-4CC0-4277-A930-9620328DA2DE}" presName="spaceRect" presStyleCnt="0"/>
      <dgm:spPr/>
    </dgm:pt>
    <dgm:pt modelId="{30B6C595-21DD-4CDD-A6A3-1C92E1B0CDEC}" type="pres">
      <dgm:prSet presAssocID="{4074B998-4CC0-4277-A930-9620328DA2DE}" presName="textRect" presStyleLbl="revTx" presStyleIdx="0" presStyleCnt="6">
        <dgm:presLayoutVars>
          <dgm:chMax val="1"/>
          <dgm:chPref val="1"/>
        </dgm:presLayoutVars>
      </dgm:prSet>
      <dgm:spPr/>
    </dgm:pt>
    <dgm:pt modelId="{78073981-38B9-46F1-AAAC-53048A7F1A47}" type="pres">
      <dgm:prSet presAssocID="{0246F623-C8B6-46DD-9BC7-83C51A9B1FDA}" presName="sibTrans" presStyleLbl="sibTrans2D1" presStyleIdx="0" presStyleCnt="0"/>
      <dgm:spPr/>
    </dgm:pt>
    <dgm:pt modelId="{A1A12D80-D441-4A1A-B4DA-EFA81B4BEEA0}" type="pres">
      <dgm:prSet presAssocID="{904D57DB-C322-465E-983E-C5809808AD4C}" presName="compNode" presStyleCnt="0"/>
      <dgm:spPr/>
    </dgm:pt>
    <dgm:pt modelId="{06D87B76-6D6A-403D-9DBD-3CFC1A277200}" type="pres">
      <dgm:prSet presAssocID="{904D57DB-C322-465E-983E-C5809808AD4C}" presName="iconBgRect" presStyleLbl="bgShp" presStyleIdx="1" presStyleCnt="6"/>
      <dgm:spPr/>
    </dgm:pt>
    <dgm:pt modelId="{D4AE0178-5A97-4123-896A-0170C941FC8F}" type="pres">
      <dgm:prSet presAssocID="{904D57DB-C322-465E-983E-C5809808AD4C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arth Globe Europe-Africa"/>
        </a:ext>
      </dgm:extLst>
    </dgm:pt>
    <dgm:pt modelId="{5B25C3BE-E069-4BE6-9F7E-D82147D7C093}" type="pres">
      <dgm:prSet presAssocID="{904D57DB-C322-465E-983E-C5809808AD4C}" presName="spaceRect" presStyleCnt="0"/>
      <dgm:spPr/>
    </dgm:pt>
    <dgm:pt modelId="{1EE8DB26-B63F-47E9-8861-A6A3D0386D12}" type="pres">
      <dgm:prSet presAssocID="{904D57DB-C322-465E-983E-C5809808AD4C}" presName="textRect" presStyleLbl="revTx" presStyleIdx="1" presStyleCnt="6">
        <dgm:presLayoutVars>
          <dgm:chMax val="1"/>
          <dgm:chPref val="1"/>
        </dgm:presLayoutVars>
      </dgm:prSet>
      <dgm:spPr/>
    </dgm:pt>
    <dgm:pt modelId="{1DC5A825-605A-4278-A87B-8D70A457DDD0}" type="pres">
      <dgm:prSet presAssocID="{0D8F0B0C-A4B7-4349-BCD1-973A56609CEB}" presName="sibTrans" presStyleLbl="sibTrans2D1" presStyleIdx="0" presStyleCnt="0"/>
      <dgm:spPr/>
    </dgm:pt>
    <dgm:pt modelId="{FF8DB824-7131-411B-981E-72917178C0D6}" type="pres">
      <dgm:prSet presAssocID="{5F2585EE-CDCD-47AA-9829-D15694C72C86}" presName="compNode" presStyleCnt="0"/>
      <dgm:spPr/>
    </dgm:pt>
    <dgm:pt modelId="{24100FC4-8EE6-4F64-BFC9-00D336ADA867}" type="pres">
      <dgm:prSet presAssocID="{5F2585EE-CDCD-47AA-9829-D15694C72C86}" presName="iconBgRect" presStyleLbl="bgShp" presStyleIdx="2" presStyleCnt="6"/>
      <dgm:spPr/>
    </dgm:pt>
    <dgm:pt modelId="{90D41364-0613-491D-AC8E-B9A47CCB81C0}" type="pres">
      <dgm:prSet presAssocID="{5F2585EE-CDCD-47AA-9829-D15694C72C86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ruit Bowl"/>
        </a:ext>
      </dgm:extLst>
    </dgm:pt>
    <dgm:pt modelId="{D9488A0E-7474-4C64-A901-01B31455A4F7}" type="pres">
      <dgm:prSet presAssocID="{5F2585EE-CDCD-47AA-9829-D15694C72C86}" presName="spaceRect" presStyleCnt="0"/>
      <dgm:spPr/>
    </dgm:pt>
    <dgm:pt modelId="{5EAF1E6A-64F5-41F0-9091-D46656AC8275}" type="pres">
      <dgm:prSet presAssocID="{5F2585EE-CDCD-47AA-9829-D15694C72C86}" presName="textRect" presStyleLbl="revTx" presStyleIdx="2" presStyleCnt="6">
        <dgm:presLayoutVars>
          <dgm:chMax val="1"/>
          <dgm:chPref val="1"/>
        </dgm:presLayoutVars>
      </dgm:prSet>
      <dgm:spPr/>
    </dgm:pt>
    <dgm:pt modelId="{82CC16F7-0A26-4456-A95C-3FCABDC7CB34}" type="pres">
      <dgm:prSet presAssocID="{3AA82D96-4E79-4CB7-B3FF-E9209FAE4A29}" presName="sibTrans" presStyleLbl="sibTrans2D1" presStyleIdx="0" presStyleCnt="0"/>
      <dgm:spPr/>
    </dgm:pt>
    <dgm:pt modelId="{5BAFCCC1-4404-4937-A968-F4D86FF880D6}" type="pres">
      <dgm:prSet presAssocID="{761FDF64-4D28-41D1-A7DF-9E17174D4462}" presName="compNode" presStyleCnt="0"/>
      <dgm:spPr/>
    </dgm:pt>
    <dgm:pt modelId="{D48A012F-E635-4033-9ADC-68D5446573D6}" type="pres">
      <dgm:prSet presAssocID="{761FDF64-4D28-41D1-A7DF-9E17174D4462}" presName="iconBgRect" presStyleLbl="bgShp" presStyleIdx="3" presStyleCnt="6"/>
      <dgm:spPr/>
    </dgm:pt>
    <dgm:pt modelId="{D9687D67-5CFB-4C01-8704-86DDE38EDD3F}" type="pres">
      <dgm:prSet presAssocID="{761FDF64-4D28-41D1-A7DF-9E17174D4462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5124A92D-E8B7-4C72-BE2F-6166820C5F43}" type="pres">
      <dgm:prSet presAssocID="{761FDF64-4D28-41D1-A7DF-9E17174D4462}" presName="spaceRect" presStyleCnt="0"/>
      <dgm:spPr/>
    </dgm:pt>
    <dgm:pt modelId="{B174550C-3B4E-4FE0-888C-E4ECF107AD26}" type="pres">
      <dgm:prSet presAssocID="{761FDF64-4D28-41D1-A7DF-9E17174D4462}" presName="textRect" presStyleLbl="revTx" presStyleIdx="3" presStyleCnt="6">
        <dgm:presLayoutVars>
          <dgm:chMax val="1"/>
          <dgm:chPref val="1"/>
        </dgm:presLayoutVars>
      </dgm:prSet>
      <dgm:spPr/>
    </dgm:pt>
    <dgm:pt modelId="{C5B6E3C7-B804-4BDD-BF05-0EEE3247C5EE}" type="pres">
      <dgm:prSet presAssocID="{01687170-FF66-4F11-9ED1-97A0895C831D}" presName="sibTrans" presStyleLbl="sibTrans2D1" presStyleIdx="0" presStyleCnt="0"/>
      <dgm:spPr/>
    </dgm:pt>
    <dgm:pt modelId="{3590D727-5BA0-41F7-85EE-6E2B19BAF1A6}" type="pres">
      <dgm:prSet presAssocID="{BE22427B-DCAF-4F68-8906-75C07843670E}" presName="compNode" presStyleCnt="0"/>
      <dgm:spPr/>
    </dgm:pt>
    <dgm:pt modelId="{603FAED3-D288-4265-B952-2392189F0113}" type="pres">
      <dgm:prSet presAssocID="{BE22427B-DCAF-4F68-8906-75C07843670E}" presName="iconBgRect" presStyleLbl="bgShp" presStyleIdx="4" presStyleCnt="6"/>
      <dgm:spPr/>
    </dgm:pt>
    <dgm:pt modelId="{B8E4335F-3DEA-41D5-82C5-08B4EA5FD98F}" type="pres">
      <dgm:prSet presAssocID="{BE22427B-DCAF-4F68-8906-75C07843670E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84B510E2-5FE8-43E4-975D-60F1FAB195CA}" type="pres">
      <dgm:prSet presAssocID="{BE22427B-DCAF-4F68-8906-75C07843670E}" presName="spaceRect" presStyleCnt="0"/>
      <dgm:spPr/>
    </dgm:pt>
    <dgm:pt modelId="{2C7C7493-D6DC-4D2E-A06B-28D402688B3B}" type="pres">
      <dgm:prSet presAssocID="{BE22427B-DCAF-4F68-8906-75C07843670E}" presName="textRect" presStyleLbl="revTx" presStyleIdx="4" presStyleCnt="6">
        <dgm:presLayoutVars>
          <dgm:chMax val="1"/>
          <dgm:chPref val="1"/>
        </dgm:presLayoutVars>
      </dgm:prSet>
      <dgm:spPr/>
    </dgm:pt>
    <dgm:pt modelId="{3B36566C-03DA-469C-A180-CB92A5E66F51}" type="pres">
      <dgm:prSet presAssocID="{1FD2914E-5FE1-41A7-8D9C-B2F3CC45A358}" presName="sibTrans" presStyleLbl="sibTrans2D1" presStyleIdx="0" presStyleCnt="0"/>
      <dgm:spPr/>
    </dgm:pt>
    <dgm:pt modelId="{17910444-1629-408F-8CA1-5203C137349F}" type="pres">
      <dgm:prSet presAssocID="{B81AC5D0-CA1F-4792-B83F-976E1B745DD5}" presName="compNode" presStyleCnt="0"/>
      <dgm:spPr/>
    </dgm:pt>
    <dgm:pt modelId="{5E8AE319-2DCE-414E-BD46-47D396F31DD1}" type="pres">
      <dgm:prSet presAssocID="{B81AC5D0-CA1F-4792-B83F-976E1B745DD5}" presName="iconBgRect" presStyleLbl="bgShp" presStyleIdx="5" presStyleCnt="6"/>
      <dgm:spPr/>
    </dgm:pt>
    <dgm:pt modelId="{C2A395D4-B43C-45F5-9393-485A8F77642E}" type="pres">
      <dgm:prSet presAssocID="{B81AC5D0-CA1F-4792-B83F-976E1B745DD5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769B2C8D-0216-4C8C-A6FF-4B3E5DE2D004}" type="pres">
      <dgm:prSet presAssocID="{B81AC5D0-CA1F-4792-B83F-976E1B745DD5}" presName="spaceRect" presStyleCnt="0"/>
      <dgm:spPr/>
    </dgm:pt>
    <dgm:pt modelId="{CB68DA72-ADB1-4A67-9672-4F80AD711605}" type="pres">
      <dgm:prSet presAssocID="{B81AC5D0-CA1F-4792-B83F-976E1B745DD5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46838109-AF41-4CB5-A5AD-E3B13E3F5BA8}" type="presOf" srcId="{BE22427B-DCAF-4F68-8906-75C07843670E}" destId="{2C7C7493-D6DC-4D2E-A06B-28D402688B3B}" srcOrd="0" destOrd="0" presId="urn:microsoft.com/office/officeart/2018/2/layout/IconCircleList"/>
    <dgm:cxn modelId="{51804D22-2964-448D-A636-C9C147BC4317}" srcId="{41B393B4-0268-4C05-9E82-29D8E0104AB7}" destId="{761FDF64-4D28-41D1-A7DF-9E17174D4462}" srcOrd="3" destOrd="0" parTransId="{EECD47ED-120F-407A-B4A8-A42489A83BA2}" sibTransId="{01687170-FF66-4F11-9ED1-97A0895C831D}"/>
    <dgm:cxn modelId="{5B1DED2B-146F-4F53-A4FE-40D0EFA6BD83}" srcId="{41B393B4-0268-4C05-9E82-29D8E0104AB7}" destId="{4074B998-4CC0-4277-A930-9620328DA2DE}" srcOrd="0" destOrd="0" parTransId="{F24B0248-D0AB-4412-9E3A-40C7D62D979E}" sibTransId="{0246F623-C8B6-46DD-9BC7-83C51A9B1FDA}"/>
    <dgm:cxn modelId="{5943FC3B-9B1F-4587-9160-240B67805688}" type="presOf" srcId="{904D57DB-C322-465E-983E-C5809808AD4C}" destId="{1EE8DB26-B63F-47E9-8861-A6A3D0386D12}" srcOrd="0" destOrd="0" presId="urn:microsoft.com/office/officeart/2018/2/layout/IconCircleList"/>
    <dgm:cxn modelId="{656C8248-FDCC-4096-B8EC-635CD89225FD}" srcId="{41B393B4-0268-4C05-9E82-29D8E0104AB7}" destId="{5F2585EE-CDCD-47AA-9829-D15694C72C86}" srcOrd="2" destOrd="0" parTransId="{70F7ACEE-BD63-4F4E-9E12-B96F8FFB7D49}" sibTransId="{3AA82D96-4E79-4CB7-B3FF-E9209FAE4A29}"/>
    <dgm:cxn modelId="{DD5CC94C-7CCE-4B0D-8989-E1460592216D}" type="presOf" srcId="{1FD2914E-5FE1-41A7-8D9C-B2F3CC45A358}" destId="{3B36566C-03DA-469C-A180-CB92A5E66F51}" srcOrd="0" destOrd="0" presId="urn:microsoft.com/office/officeart/2018/2/layout/IconCircleList"/>
    <dgm:cxn modelId="{9278FF75-F638-46CA-B85A-46755357BCAC}" type="presOf" srcId="{3AA82D96-4E79-4CB7-B3FF-E9209FAE4A29}" destId="{82CC16F7-0A26-4456-A95C-3FCABDC7CB34}" srcOrd="0" destOrd="0" presId="urn:microsoft.com/office/officeart/2018/2/layout/IconCircleList"/>
    <dgm:cxn modelId="{DC678881-F982-4518-8615-3BDCEE5BD66E}" type="presOf" srcId="{41B393B4-0268-4C05-9E82-29D8E0104AB7}" destId="{61035931-E99D-48C3-9DCF-C6F3CD796BD3}" srcOrd="0" destOrd="0" presId="urn:microsoft.com/office/officeart/2018/2/layout/IconCircleList"/>
    <dgm:cxn modelId="{32E11F84-C05F-4B0A-9608-921F7FEB3244}" type="presOf" srcId="{B81AC5D0-CA1F-4792-B83F-976E1B745DD5}" destId="{CB68DA72-ADB1-4A67-9672-4F80AD711605}" srcOrd="0" destOrd="0" presId="urn:microsoft.com/office/officeart/2018/2/layout/IconCircleList"/>
    <dgm:cxn modelId="{D01AAB85-2CB7-4325-8C51-405BC416E868}" srcId="{41B393B4-0268-4C05-9E82-29D8E0104AB7}" destId="{B81AC5D0-CA1F-4792-B83F-976E1B745DD5}" srcOrd="5" destOrd="0" parTransId="{FDD1732D-23BC-4EBA-8D08-408771AEBF19}" sibTransId="{A575AF21-5049-429F-B731-3EAEBD0428DE}"/>
    <dgm:cxn modelId="{1F6A70B6-6052-4CB8-88B2-84F6A08355C9}" srcId="{41B393B4-0268-4C05-9E82-29D8E0104AB7}" destId="{BE22427B-DCAF-4F68-8906-75C07843670E}" srcOrd="4" destOrd="0" parTransId="{F6324F32-C448-45BC-8165-488C1C476DBF}" sibTransId="{1FD2914E-5FE1-41A7-8D9C-B2F3CC45A358}"/>
    <dgm:cxn modelId="{4E52F9C8-05A2-4B68-AA5A-B8124C75A6B1}" srcId="{41B393B4-0268-4C05-9E82-29D8E0104AB7}" destId="{904D57DB-C322-465E-983E-C5809808AD4C}" srcOrd="1" destOrd="0" parTransId="{96C7D745-7E88-4006-9BBE-2469B0F3E162}" sibTransId="{0D8F0B0C-A4B7-4349-BCD1-973A56609CEB}"/>
    <dgm:cxn modelId="{166CFAE6-52CF-4506-AA54-CB061E535A1D}" type="presOf" srcId="{4074B998-4CC0-4277-A930-9620328DA2DE}" destId="{30B6C595-21DD-4CDD-A6A3-1C92E1B0CDEC}" srcOrd="0" destOrd="0" presId="urn:microsoft.com/office/officeart/2018/2/layout/IconCircleList"/>
    <dgm:cxn modelId="{E89285EF-DAD0-4E6A-B649-3E09C7FE7572}" type="presOf" srcId="{0246F623-C8B6-46DD-9BC7-83C51A9B1FDA}" destId="{78073981-38B9-46F1-AAAC-53048A7F1A47}" srcOrd="0" destOrd="0" presId="urn:microsoft.com/office/officeart/2018/2/layout/IconCircleList"/>
    <dgm:cxn modelId="{98D289F0-F016-40F4-BFFF-47623092052D}" type="presOf" srcId="{01687170-FF66-4F11-9ED1-97A0895C831D}" destId="{C5B6E3C7-B804-4BDD-BF05-0EEE3247C5EE}" srcOrd="0" destOrd="0" presId="urn:microsoft.com/office/officeart/2018/2/layout/IconCircleList"/>
    <dgm:cxn modelId="{9F5248F2-9BF3-41DD-B57A-E5135DF5072B}" type="presOf" srcId="{761FDF64-4D28-41D1-A7DF-9E17174D4462}" destId="{B174550C-3B4E-4FE0-888C-E4ECF107AD26}" srcOrd="0" destOrd="0" presId="urn:microsoft.com/office/officeart/2018/2/layout/IconCircleList"/>
    <dgm:cxn modelId="{F85620F5-9C14-4344-850E-AF15BB32E90F}" type="presOf" srcId="{0D8F0B0C-A4B7-4349-BCD1-973A56609CEB}" destId="{1DC5A825-605A-4278-A87B-8D70A457DDD0}" srcOrd="0" destOrd="0" presId="urn:microsoft.com/office/officeart/2018/2/layout/IconCircleList"/>
    <dgm:cxn modelId="{4A3B39FE-53F3-4771-B3E7-A0E9AA8F0477}" type="presOf" srcId="{5F2585EE-CDCD-47AA-9829-D15694C72C86}" destId="{5EAF1E6A-64F5-41F0-9091-D46656AC8275}" srcOrd="0" destOrd="0" presId="urn:microsoft.com/office/officeart/2018/2/layout/IconCircleList"/>
    <dgm:cxn modelId="{3D6B11F1-0595-4F97-88CB-F67606347A85}" type="presParOf" srcId="{61035931-E99D-48C3-9DCF-C6F3CD796BD3}" destId="{70D293C7-C72F-45CD-AB66-956D4285BEC2}" srcOrd="0" destOrd="0" presId="urn:microsoft.com/office/officeart/2018/2/layout/IconCircleList"/>
    <dgm:cxn modelId="{4BE04E2D-45ED-459C-8604-B59C59C82D38}" type="presParOf" srcId="{70D293C7-C72F-45CD-AB66-956D4285BEC2}" destId="{19A57F3A-CF3C-4CF5-AABD-778007522BC3}" srcOrd="0" destOrd="0" presId="urn:microsoft.com/office/officeart/2018/2/layout/IconCircleList"/>
    <dgm:cxn modelId="{D7830600-98F0-4A6B-87F7-709FC6E2388A}" type="presParOf" srcId="{19A57F3A-CF3C-4CF5-AABD-778007522BC3}" destId="{72AF3662-D314-4A56-8BFD-7F6DB4759C88}" srcOrd="0" destOrd="0" presId="urn:microsoft.com/office/officeart/2018/2/layout/IconCircleList"/>
    <dgm:cxn modelId="{511246CA-D3A4-4C36-BB9E-42C6660C7934}" type="presParOf" srcId="{19A57F3A-CF3C-4CF5-AABD-778007522BC3}" destId="{37416AFA-FD8A-48FF-8F58-4EBBB2E15541}" srcOrd="1" destOrd="0" presId="urn:microsoft.com/office/officeart/2018/2/layout/IconCircleList"/>
    <dgm:cxn modelId="{BDBFD409-0C7D-49C5-8463-8AF6C43CD4C6}" type="presParOf" srcId="{19A57F3A-CF3C-4CF5-AABD-778007522BC3}" destId="{CB646D3E-4AF7-413C-A2C9-C04DDCA792A7}" srcOrd="2" destOrd="0" presId="urn:microsoft.com/office/officeart/2018/2/layout/IconCircleList"/>
    <dgm:cxn modelId="{1ECC616D-F827-4FA2-9F0B-60D2ADE9BB51}" type="presParOf" srcId="{19A57F3A-CF3C-4CF5-AABD-778007522BC3}" destId="{30B6C595-21DD-4CDD-A6A3-1C92E1B0CDEC}" srcOrd="3" destOrd="0" presId="urn:microsoft.com/office/officeart/2018/2/layout/IconCircleList"/>
    <dgm:cxn modelId="{1CFE9FCE-5BB9-4AC7-AFB7-C28720331312}" type="presParOf" srcId="{70D293C7-C72F-45CD-AB66-956D4285BEC2}" destId="{78073981-38B9-46F1-AAAC-53048A7F1A47}" srcOrd="1" destOrd="0" presId="urn:microsoft.com/office/officeart/2018/2/layout/IconCircleList"/>
    <dgm:cxn modelId="{991217D8-EF03-480F-944D-CC14A0F7FB5D}" type="presParOf" srcId="{70D293C7-C72F-45CD-AB66-956D4285BEC2}" destId="{A1A12D80-D441-4A1A-B4DA-EFA81B4BEEA0}" srcOrd="2" destOrd="0" presId="urn:microsoft.com/office/officeart/2018/2/layout/IconCircleList"/>
    <dgm:cxn modelId="{CDABD33E-A65C-43A3-B042-DA9D1EAFF0B9}" type="presParOf" srcId="{A1A12D80-D441-4A1A-B4DA-EFA81B4BEEA0}" destId="{06D87B76-6D6A-403D-9DBD-3CFC1A277200}" srcOrd="0" destOrd="0" presId="urn:microsoft.com/office/officeart/2018/2/layout/IconCircleList"/>
    <dgm:cxn modelId="{707DCB20-9342-4D2C-8C72-7B9901885A83}" type="presParOf" srcId="{A1A12D80-D441-4A1A-B4DA-EFA81B4BEEA0}" destId="{D4AE0178-5A97-4123-896A-0170C941FC8F}" srcOrd="1" destOrd="0" presId="urn:microsoft.com/office/officeart/2018/2/layout/IconCircleList"/>
    <dgm:cxn modelId="{B822CE36-3A53-489D-8FEB-54B2D914BB6F}" type="presParOf" srcId="{A1A12D80-D441-4A1A-B4DA-EFA81B4BEEA0}" destId="{5B25C3BE-E069-4BE6-9F7E-D82147D7C093}" srcOrd="2" destOrd="0" presId="urn:microsoft.com/office/officeart/2018/2/layout/IconCircleList"/>
    <dgm:cxn modelId="{9F2BDA4A-4E82-4759-A16A-F4E5832DB08F}" type="presParOf" srcId="{A1A12D80-D441-4A1A-B4DA-EFA81B4BEEA0}" destId="{1EE8DB26-B63F-47E9-8861-A6A3D0386D12}" srcOrd="3" destOrd="0" presId="urn:microsoft.com/office/officeart/2018/2/layout/IconCircleList"/>
    <dgm:cxn modelId="{2F034467-BA4C-4976-BEB2-D12CED471C2A}" type="presParOf" srcId="{70D293C7-C72F-45CD-AB66-956D4285BEC2}" destId="{1DC5A825-605A-4278-A87B-8D70A457DDD0}" srcOrd="3" destOrd="0" presId="urn:microsoft.com/office/officeart/2018/2/layout/IconCircleList"/>
    <dgm:cxn modelId="{DABAC109-2A7E-4C1C-9C80-404C9942633D}" type="presParOf" srcId="{70D293C7-C72F-45CD-AB66-956D4285BEC2}" destId="{FF8DB824-7131-411B-981E-72917178C0D6}" srcOrd="4" destOrd="0" presId="urn:microsoft.com/office/officeart/2018/2/layout/IconCircleList"/>
    <dgm:cxn modelId="{9909BBC7-9270-415A-85E7-249B3BE03D30}" type="presParOf" srcId="{FF8DB824-7131-411B-981E-72917178C0D6}" destId="{24100FC4-8EE6-4F64-BFC9-00D336ADA867}" srcOrd="0" destOrd="0" presId="urn:microsoft.com/office/officeart/2018/2/layout/IconCircleList"/>
    <dgm:cxn modelId="{190A6F8C-0277-4D21-BEAC-8FBB26DCC80A}" type="presParOf" srcId="{FF8DB824-7131-411B-981E-72917178C0D6}" destId="{90D41364-0613-491D-AC8E-B9A47CCB81C0}" srcOrd="1" destOrd="0" presId="urn:microsoft.com/office/officeart/2018/2/layout/IconCircleList"/>
    <dgm:cxn modelId="{C2577E78-C24F-4A3F-8BD3-B5323D31F9B4}" type="presParOf" srcId="{FF8DB824-7131-411B-981E-72917178C0D6}" destId="{D9488A0E-7474-4C64-A901-01B31455A4F7}" srcOrd="2" destOrd="0" presId="urn:microsoft.com/office/officeart/2018/2/layout/IconCircleList"/>
    <dgm:cxn modelId="{D089D081-2D6D-49FE-93A8-674D3FC6E0BB}" type="presParOf" srcId="{FF8DB824-7131-411B-981E-72917178C0D6}" destId="{5EAF1E6A-64F5-41F0-9091-D46656AC8275}" srcOrd="3" destOrd="0" presId="urn:microsoft.com/office/officeart/2018/2/layout/IconCircleList"/>
    <dgm:cxn modelId="{2DD8F48F-657C-4F8A-AB53-0D5A9430E8E3}" type="presParOf" srcId="{70D293C7-C72F-45CD-AB66-956D4285BEC2}" destId="{82CC16F7-0A26-4456-A95C-3FCABDC7CB34}" srcOrd="5" destOrd="0" presId="urn:microsoft.com/office/officeart/2018/2/layout/IconCircleList"/>
    <dgm:cxn modelId="{19B16C16-7657-43B8-9369-BFAC1AF3CBE8}" type="presParOf" srcId="{70D293C7-C72F-45CD-AB66-956D4285BEC2}" destId="{5BAFCCC1-4404-4937-A968-F4D86FF880D6}" srcOrd="6" destOrd="0" presId="urn:microsoft.com/office/officeart/2018/2/layout/IconCircleList"/>
    <dgm:cxn modelId="{5FC2851D-6366-4329-B474-E29DEE1351C4}" type="presParOf" srcId="{5BAFCCC1-4404-4937-A968-F4D86FF880D6}" destId="{D48A012F-E635-4033-9ADC-68D5446573D6}" srcOrd="0" destOrd="0" presId="urn:microsoft.com/office/officeart/2018/2/layout/IconCircleList"/>
    <dgm:cxn modelId="{F4137770-3B2F-46E0-B8F4-6E845C7DA97E}" type="presParOf" srcId="{5BAFCCC1-4404-4937-A968-F4D86FF880D6}" destId="{D9687D67-5CFB-4C01-8704-86DDE38EDD3F}" srcOrd="1" destOrd="0" presId="urn:microsoft.com/office/officeart/2018/2/layout/IconCircleList"/>
    <dgm:cxn modelId="{004E0339-3DE8-4C36-B772-205A8DCE006F}" type="presParOf" srcId="{5BAFCCC1-4404-4937-A968-F4D86FF880D6}" destId="{5124A92D-E8B7-4C72-BE2F-6166820C5F43}" srcOrd="2" destOrd="0" presId="urn:microsoft.com/office/officeart/2018/2/layout/IconCircleList"/>
    <dgm:cxn modelId="{45BF748D-6890-46D7-96CC-09183365F8B5}" type="presParOf" srcId="{5BAFCCC1-4404-4937-A968-F4D86FF880D6}" destId="{B174550C-3B4E-4FE0-888C-E4ECF107AD26}" srcOrd="3" destOrd="0" presId="urn:microsoft.com/office/officeart/2018/2/layout/IconCircleList"/>
    <dgm:cxn modelId="{6D018613-251B-4E56-9274-B38378D9860B}" type="presParOf" srcId="{70D293C7-C72F-45CD-AB66-956D4285BEC2}" destId="{C5B6E3C7-B804-4BDD-BF05-0EEE3247C5EE}" srcOrd="7" destOrd="0" presId="urn:microsoft.com/office/officeart/2018/2/layout/IconCircleList"/>
    <dgm:cxn modelId="{8946F491-1831-432A-8D2F-89ABC5545176}" type="presParOf" srcId="{70D293C7-C72F-45CD-AB66-956D4285BEC2}" destId="{3590D727-5BA0-41F7-85EE-6E2B19BAF1A6}" srcOrd="8" destOrd="0" presId="urn:microsoft.com/office/officeart/2018/2/layout/IconCircleList"/>
    <dgm:cxn modelId="{EA9E8CA9-789A-40AF-AF79-7458AE037D9E}" type="presParOf" srcId="{3590D727-5BA0-41F7-85EE-6E2B19BAF1A6}" destId="{603FAED3-D288-4265-B952-2392189F0113}" srcOrd="0" destOrd="0" presId="urn:microsoft.com/office/officeart/2018/2/layout/IconCircleList"/>
    <dgm:cxn modelId="{BCE41A44-0F86-4D51-AF85-3E4EDE331615}" type="presParOf" srcId="{3590D727-5BA0-41F7-85EE-6E2B19BAF1A6}" destId="{B8E4335F-3DEA-41D5-82C5-08B4EA5FD98F}" srcOrd="1" destOrd="0" presId="urn:microsoft.com/office/officeart/2018/2/layout/IconCircleList"/>
    <dgm:cxn modelId="{7E97E2FD-FD60-452C-989E-6627ACF14426}" type="presParOf" srcId="{3590D727-5BA0-41F7-85EE-6E2B19BAF1A6}" destId="{84B510E2-5FE8-43E4-975D-60F1FAB195CA}" srcOrd="2" destOrd="0" presId="urn:microsoft.com/office/officeart/2018/2/layout/IconCircleList"/>
    <dgm:cxn modelId="{B981318C-09BD-463E-B783-8EA1FE782503}" type="presParOf" srcId="{3590D727-5BA0-41F7-85EE-6E2B19BAF1A6}" destId="{2C7C7493-D6DC-4D2E-A06B-28D402688B3B}" srcOrd="3" destOrd="0" presId="urn:microsoft.com/office/officeart/2018/2/layout/IconCircleList"/>
    <dgm:cxn modelId="{351F98B3-DE7F-41B9-9427-71AB89B93C78}" type="presParOf" srcId="{70D293C7-C72F-45CD-AB66-956D4285BEC2}" destId="{3B36566C-03DA-469C-A180-CB92A5E66F51}" srcOrd="9" destOrd="0" presId="urn:microsoft.com/office/officeart/2018/2/layout/IconCircleList"/>
    <dgm:cxn modelId="{3EEB46C2-27D2-4992-840F-1FB222B55B54}" type="presParOf" srcId="{70D293C7-C72F-45CD-AB66-956D4285BEC2}" destId="{17910444-1629-408F-8CA1-5203C137349F}" srcOrd="10" destOrd="0" presId="urn:microsoft.com/office/officeart/2018/2/layout/IconCircleList"/>
    <dgm:cxn modelId="{8B2397D1-3F60-4D87-BA55-17DAD66802AB}" type="presParOf" srcId="{17910444-1629-408F-8CA1-5203C137349F}" destId="{5E8AE319-2DCE-414E-BD46-47D396F31DD1}" srcOrd="0" destOrd="0" presId="urn:microsoft.com/office/officeart/2018/2/layout/IconCircleList"/>
    <dgm:cxn modelId="{1EC24CE7-C631-4A8D-8FA1-928390E6390F}" type="presParOf" srcId="{17910444-1629-408F-8CA1-5203C137349F}" destId="{C2A395D4-B43C-45F5-9393-485A8F77642E}" srcOrd="1" destOrd="0" presId="urn:microsoft.com/office/officeart/2018/2/layout/IconCircleList"/>
    <dgm:cxn modelId="{C4DDE495-FF0C-4A1F-9C1A-6BB68A51B96F}" type="presParOf" srcId="{17910444-1629-408F-8CA1-5203C137349F}" destId="{769B2C8D-0216-4C8C-A6FF-4B3E5DE2D004}" srcOrd="2" destOrd="0" presId="urn:microsoft.com/office/officeart/2018/2/layout/IconCircleList"/>
    <dgm:cxn modelId="{F10B52BA-0213-4A2B-97E8-E2500D8854D8}" type="presParOf" srcId="{17910444-1629-408F-8CA1-5203C137349F}" destId="{CB68DA72-ADB1-4A67-9672-4F80AD71160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B1DDC22-9E78-450E-8F07-85E4BE21111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E485A43-ABB5-43EE-8DF5-D0B9BB252460}">
      <dgm:prSet/>
      <dgm:spPr/>
      <dgm:t>
        <a:bodyPr/>
        <a:lstStyle/>
        <a:p>
          <a:r>
            <a:rPr lang="en-US"/>
            <a:t>Lag_1</a:t>
          </a:r>
        </a:p>
      </dgm:t>
    </dgm:pt>
    <dgm:pt modelId="{2AF64E57-F1D9-4F11-ABB3-12DAA1146FE6}" type="parTrans" cxnId="{70C556FF-BD65-4A86-86B1-7F706AD8CFC3}">
      <dgm:prSet/>
      <dgm:spPr/>
      <dgm:t>
        <a:bodyPr/>
        <a:lstStyle/>
        <a:p>
          <a:endParaRPr lang="en-US"/>
        </a:p>
      </dgm:t>
    </dgm:pt>
    <dgm:pt modelId="{5B4D040F-44C2-4013-BB8D-03725416041D}" type="sibTrans" cxnId="{70C556FF-BD65-4A86-86B1-7F706AD8CFC3}">
      <dgm:prSet/>
      <dgm:spPr/>
      <dgm:t>
        <a:bodyPr/>
        <a:lstStyle/>
        <a:p>
          <a:endParaRPr lang="en-US"/>
        </a:p>
      </dgm:t>
    </dgm:pt>
    <dgm:pt modelId="{8B327727-B124-402C-AE8A-6162EE586ECA}">
      <dgm:prSet/>
      <dgm:spPr/>
      <dgm:t>
        <a:bodyPr/>
        <a:lstStyle/>
        <a:p>
          <a:r>
            <a:rPr lang="en-US"/>
            <a:t>Lag_7</a:t>
          </a:r>
        </a:p>
      </dgm:t>
    </dgm:pt>
    <dgm:pt modelId="{686DC387-576F-4906-A332-FA02C411C074}" type="parTrans" cxnId="{61291A88-E81B-43F4-BF02-BD6921D80D96}">
      <dgm:prSet/>
      <dgm:spPr/>
      <dgm:t>
        <a:bodyPr/>
        <a:lstStyle/>
        <a:p>
          <a:endParaRPr lang="en-US"/>
        </a:p>
      </dgm:t>
    </dgm:pt>
    <dgm:pt modelId="{C7F6C18C-F1B2-4449-9DA1-09608382C168}" type="sibTrans" cxnId="{61291A88-E81B-43F4-BF02-BD6921D80D96}">
      <dgm:prSet/>
      <dgm:spPr/>
      <dgm:t>
        <a:bodyPr/>
        <a:lstStyle/>
        <a:p>
          <a:endParaRPr lang="en-US"/>
        </a:p>
      </dgm:t>
    </dgm:pt>
    <dgm:pt modelId="{9A80F73A-C9E6-4927-983C-DAABB9613806}">
      <dgm:prSet/>
      <dgm:spPr/>
      <dgm:t>
        <a:bodyPr/>
        <a:lstStyle/>
        <a:p>
          <a:r>
            <a:rPr lang="en-US"/>
            <a:t>Lag_30</a:t>
          </a:r>
        </a:p>
      </dgm:t>
    </dgm:pt>
    <dgm:pt modelId="{A4C6921E-577E-473B-AF5C-8B083393B936}" type="parTrans" cxnId="{298B2A94-8A7D-4CA3-8A51-448C0BA2D7BE}">
      <dgm:prSet/>
      <dgm:spPr/>
      <dgm:t>
        <a:bodyPr/>
        <a:lstStyle/>
        <a:p>
          <a:endParaRPr lang="en-US"/>
        </a:p>
      </dgm:t>
    </dgm:pt>
    <dgm:pt modelId="{03F8CE70-3432-48C8-8E7B-622BBA71A34C}" type="sibTrans" cxnId="{298B2A94-8A7D-4CA3-8A51-448C0BA2D7BE}">
      <dgm:prSet/>
      <dgm:spPr/>
      <dgm:t>
        <a:bodyPr/>
        <a:lstStyle/>
        <a:p>
          <a:endParaRPr lang="en-US"/>
        </a:p>
      </dgm:t>
    </dgm:pt>
    <dgm:pt modelId="{9BA0F255-B6E4-4424-B589-45170E00530F}">
      <dgm:prSet/>
      <dgm:spPr/>
      <dgm:t>
        <a:bodyPr/>
        <a:lstStyle/>
        <a:p>
          <a:r>
            <a:rPr lang="en-US"/>
            <a:t>Is_weekend</a:t>
          </a:r>
        </a:p>
      </dgm:t>
    </dgm:pt>
    <dgm:pt modelId="{17AA84E5-BCB8-4618-8363-601892BB4744}" type="parTrans" cxnId="{2C17E135-C865-4137-A0FC-761A38CE2784}">
      <dgm:prSet/>
      <dgm:spPr/>
      <dgm:t>
        <a:bodyPr/>
        <a:lstStyle/>
        <a:p>
          <a:endParaRPr lang="en-US"/>
        </a:p>
      </dgm:t>
    </dgm:pt>
    <dgm:pt modelId="{66C4B288-355F-490E-9B3D-DE737236B89A}" type="sibTrans" cxnId="{2C17E135-C865-4137-A0FC-761A38CE2784}">
      <dgm:prSet/>
      <dgm:spPr/>
      <dgm:t>
        <a:bodyPr/>
        <a:lstStyle/>
        <a:p>
          <a:endParaRPr lang="en-US"/>
        </a:p>
      </dgm:t>
    </dgm:pt>
    <dgm:pt modelId="{CE7425DF-D8B6-4C23-8C52-B2BFFFDCEC7E}">
      <dgm:prSet/>
      <dgm:spPr/>
      <dgm:t>
        <a:bodyPr/>
        <a:lstStyle/>
        <a:p>
          <a:r>
            <a:rPr lang="en-US"/>
            <a:t>Rolling_std_7</a:t>
          </a:r>
        </a:p>
      </dgm:t>
    </dgm:pt>
    <dgm:pt modelId="{8B9D60F8-E801-4FBD-9EC2-85492887D63D}" type="parTrans" cxnId="{3741174B-FD82-4E96-8BA1-45A0C9DDE23A}">
      <dgm:prSet/>
      <dgm:spPr/>
      <dgm:t>
        <a:bodyPr/>
        <a:lstStyle/>
        <a:p>
          <a:endParaRPr lang="en-US"/>
        </a:p>
      </dgm:t>
    </dgm:pt>
    <dgm:pt modelId="{5564EF3F-1297-434B-904F-EB821D03AF80}" type="sibTrans" cxnId="{3741174B-FD82-4E96-8BA1-45A0C9DDE23A}">
      <dgm:prSet/>
      <dgm:spPr/>
      <dgm:t>
        <a:bodyPr/>
        <a:lstStyle/>
        <a:p>
          <a:endParaRPr lang="en-US"/>
        </a:p>
      </dgm:t>
    </dgm:pt>
    <dgm:pt modelId="{91FA826C-4634-4E64-B5A3-69A1BDD0F2E2}">
      <dgm:prSet/>
      <dgm:spPr/>
      <dgm:t>
        <a:bodyPr/>
        <a:lstStyle/>
        <a:p>
          <a:r>
            <a:rPr lang="en-US"/>
            <a:t>Holiday_events</a:t>
          </a:r>
        </a:p>
      </dgm:t>
    </dgm:pt>
    <dgm:pt modelId="{B7618C30-9BE9-4377-AA1B-FB174A4487E5}" type="parTrans" cxnId="{5200BB5C-39F0-4828-BE9A-8258FADF609E}">
      <dgm:prSet/>
      <dgm:spPr/>
      <dgm:t>
        <a:bodyPr/>
        <a:lstStyle/>
        <a:p>
          <a:endParaRPr lang="en-US"/>
        </a:p>
      </dgm:t>
    </dgm:pt>
    <dgm:pt modelId="{2F405737-92CB-40A0-BD0C-B892B649800C}" type="sibTrans" cxnId="{5200BB5C-39F0-4828-BE9A-8258FADF609E}">
      <dgm:prSet/>
      <dgm:spPr/>
      <dgm:t>
        <a:bodyPr/>
        <a:lstStyle/>
        <a:p>
          <a:endParaRPr lang="en-US"/>
        </a:p>
      </dgm:t>
    </dgm:pt>
    <dgm:pt modelId="{1D4636E3-3166-42D8-AEFB-F1FF516C35FD}" type="pres">
      <dgm:prSet presAssocID="{5B1DDC22-9E78-450E-8F07-85E4BE211112}" presName="vert0" presStyleCnt="0">
        <dgm:presLayoutVars>
          <dgm:dir/>
          <dgm:animOne val="branch"/>
          <dgm:animLvl val="lvl"/>
        </dgm:presLayoutVars>
      </dgm:prSet>
      <dgm:spPr/>
    </dgm:pt>
    <dgm:pt modelId="{44C12008-FECB-4349-9A71-F4190D01168A}" type="pres">
      <dgm:prSet presAssocID="{AE485A43-ABB5-43EE-8DF5-D0B9BB252460}" presName="thickLine" presStyleLbl="alignNode1" presStyleIdx="0" presStyleCnt="6"/>
      <dgm:spPr/>
    </dgm:pt>
    <dgm:pt modelId="{CCD491D5-B0EC-4284-BF62-035D3E847A72}" type="pres">
      <dgm:prSet presAssocID="{AE485A43-ABB5-43EE-8DF5-D0B9BB252460}" presName="horz1" presStyleCnt="0"/>
      <dgm:spPr/>
    </dgm:pt>
    <dgm:pt modelId="{0FED9BA0-A6C0-4542-BB6C-9D17B481FA31}" type="pres">
      <dgm:prSet presAssocID="{AE485A43-ABB5-43EE-8DF5-D0B9BB252460}" presName="tx1" presStyleLbl="revTx" presStyleIdx="0" presStyleCnt="6"/>
      <dgm:spPr/>
    </dgm:pt>
    <dgm:pt modelId="{D97083A9-A9A6-41DB-8FAB-6582E619C373}" type="pres">
      <dgm:prSet presAssocID="{AE485A43-ABB5-43EE-8DF5-D0B9BB252460}" presName="vert1" presStyleCnt="0"/>
      <dgm:spPr/>
    </dgm:pt>
    <dgm:pt modelId="{83DE6490-06F8-4E3A-AAE1-5F52A9F394A2}" type="pres">
      <dgm:prSet presAssocID="{8B327727-B124-402C-AE8A-6162EE586ECA}" presName="thickLine" presStyleLbl="alignNode1" presStyleIdx="1" presStyleCnt="6"/>
      <dgm:spPr/>
    </dgm:pt>
    <dgm:pt modelId="{5507AA6F-8A03-4CE5-A9F9-4D4FDEF7E716}" type="pres">
      <dgm:prSet presAssocID="{8B327727-B124-402C-AE8A-6162EE586ECA}" presName="horz1" presStyleCnt="0"/>
      <dgm:spPr/>
    </dgm:pt>
    <dgm:pt modelId="{85FB2A97-ACE2-4C41-B4EA-B21749D729DD}" type="pres">
      <dgm:prSet presAssocID="{8B327727-B124-402C-AE8A-6162EE586ECA}" presName="tx1" presStyleLbl="revTx" presStyleIdx="1" presStyleCnt="6"/>
      <dgm:spPr/>
    </dgm:pt>
    <dgm:pt modelId="{14EB85B2-F8CF-4230-9950-B6EA83124C3E}" type="pres">
      <dgm:prSet presAssocID="{8B327727-B124-402C-AE8A-6162EE586ECA}" presName="vert1" presStyleCnt="0"/>
      <dgm:spPr/>
    </dgm:pt>
    <dgm:pt modelId="{E8651A67-ADA8-49B9-B6C7-830920269905}" type="pres">
      <dgm:prSet presAssocID="{9A80F73A-C9E6-4927-983C-DAABB9613806}" presName="thickLine" presStyleLbl="alignNode1" presStyleIdx="2" presStyleCnt="6"/>
      <dgm:spPr/>
    </dgm:pt>
    <dgm:pt modelId="{06E0210F-E453-4D08-92EA-0E42F03F9F14}" type="pres">
      <dgm:prSet presAssocID="{9A80F73A-C9E6-4927-983C-DAABB9613806}" presName="horz1" presStyleCnt="0"/>
      <dgm:spPr/>
    </dgm:pt>
    <dgm:pt modelId="{FF7F2046-4FA8-4816-9D1F-305C97983433}" type="pres">
      <dgm:prSet presAssocID="{9A80F73A-C9E6-4927-983C-DAABB9613806}" presName="tx1" presStyleLbl="revTx" presStyleIdx="2" presStyleCnt="6"/>
      <dgm:spPr/>
    </dgm:pt>
    <dgm:pt modelId="{0F13AE7C-FCC4-4647-AB01-4753022476AE}" type="pres">
      <dgm:prSet presAssocID="{9A80F73A-C9E6-4927-983C-DAABB9613806}" presName="vert1" presStyleCnt="0"/>
      <dgm:spPr/>
    </dgm:pt>
    <dgm:pt modelId="{6D4249AD-4DCC-4315-9F20-A4036450DBB2}" type="pres">
      <dgm:prSet presAssocID="{9BA0F255-B6E4-4424-B589-45170E00530F}" presName="thickLine" presStyleLbl="alignNode1" presStyleIdx="3" presStyleCnt="6"/>
      <dgm:spPr/>
    </dgm:pt>
    <dgm:pt modelId="{7B64E8FB-B02A-46F9-8E37-06E2187ACD58}" type="pres">
      <dgm:prSet presAssocID="{9BA0F255-B6E4-4424-B589-45170E00530F}" presName="horz1" presStyleCnt="0"/>
      <dgm:spPr/>
    </dgm:pt>
    <dgm:pt modelId="{660C6A25-EC0B-4845-A52A-2CD18DEA2F41}" type="pres">
      <dgm:prSet presAssocID="{9BA0F255-B6E4-4424-B589-45170E00530F}" presName="tx1" presStyleLbl="revTx" presStyleIdx="3" presStyleCnt="6"/>
      <dgm:spPr/>
    </dgm:pt>
    <dgm:pt modelId="{297D7C69-CFB1-4E59-A137-11D3E994CB9D}" type="pres">
      <dgm:prSet presAssocID="{9BA0F255-B6E4-4424-B589-45170E00530F}" presName="vert1" presStyleCnt="0"/>
      <dgm:spPr/>
    </dgm:pt>
    <dgm:pt modelId="{AF087575-0086-4297-BC55-1FB6DA607FDD}" type="pres">
      <dgm:prSet presAssocID="{CE7425DF-D8B6-4C23-8C52-B2BFFFDCEC7E}" presName="thickLine" presStyleLbl="alignNode1" presStyleIdx="4" presStyleCnt="6"/>
      <dgm:spPr/>
    </dgm:pt>
    <dgm:pt modelId="{43DBA681-AA65-4AC0-812F-5B8AF0A5B1E1}" type="pres">
      <dgm:prSet presAssocID="{CE7425DF-D8B6-4C23-8C52-B2BFFFDCEC7E}" presName="horz1" presStyleCnt="0"/>
      <dgm:spPr/>
    </dgm:pt>
    <dgm:pt modelId="{2A2E4207-D4FD-44C5-BA41-082213FE78EE}" type="pres">
      <dgm:prSet presAssocID="{CE7425DF-D8B6-4C23-8C52-B2BFFFDCEC7E}" presName="tx1" presStyleLbl="revTx" presStyleIdx="4" presStyleCnt="6"/>
      <dgm:spPr/>
    </dgm:pt>
    <dgm:pt modelId="{92D5DB53-8C22-495B-BCF9-B1EB54D3BD97}" type="pres">
      <dgm:prSet presAssocID="{CE7425DF-D8B6-4C23-8C52-B2BFFFDCEC7E}" presName="vert1" presStyleCnt="0"/>
      <dgm:spPr/>
    </dgm:pt>
    <dgm:pt modelId="{0C933C0D-DDC7-4D1E-81FA-41CCA026F451}" type="pres">
      <dgm:prSet presAssocID="{91FA826C-4634-4E64-B5A3-69A1BDD0F2E2}" presName="thickLine" presStyleLbl="alignNode1" presStyleIdx="5" presStyleCnt="6"/>
      <dgm:spPr/>
    </dgm:pt>
    <dgm:pt modelId="{A0DE1CB8-C682-4DD3-B0F0-AB23E4D02135}" type="pres">
      <dgm:prSet presAssocID="{91FA826C-4634-4E64-B5A3-69A1BDD0F2E2}" presName="horz1" presStyleCnt="0"/>
      <dgm:spPr/>
    </dgm:pt>
    <dgm:pt modelId="{54383230-17A8-4ABE-96E3-D20BAEDD4DA5}" type="pres">
      <dgm:prSet presAssocID="{91FA826C-4634-4E64-B5A3-69A1BDD0F2E2}" presName="tx1" presStyleLbl="revTx" presStyleIdx="5" presStyleCnt="6"/>
      <dgm:spPr/>
    </dgm:pt>
    <dgm:pt modelId="{9426298C-AB8A-4E9F-9AB7-F21A622EE063}" type="pres">
      <dgm:prSet presAssocID="{91FA826C-4634-4E64-B5A3-69A1BDD0F2E2}" presName="vert1" presStyleCnt="0"/>
      <dgm:spPr/>
    </dgm:pt>
  </dgm:ptLst>
  <dgm:cxnLst>
    <dgm:cxn modelId="{1496A40D-4AD1-4A4E-A0A6-FFA41599D973}" type="presOf" srcId="{5B1DDC22-9E78-450E-8F07-85E4BE211112}" destId="{1D4636E3-3166-42D8-AEFB-F1FF516C35FD}" srcOrd="0" destOrd="0" presId="urn:microsoft.com/office/officeart/2008/layout/LinedList"/>
    <dgm:cxn modelId="{2C17E135-C865-4137-A0FC-761A38CE2784}" srcId="{5B1DDC22-9E78-450E-8F07-85E4BE211112}" destId="{9BA0F255-B6E4-4424-B589-45170E00530F}" srcOrd="3" destOrd="0" parTransId="{17AA84E5-BCB8-4618-8363-601892BB4744}" sibTransId="{66C4B288-355F-490E-9B3D-DE737236B89A}"/>
    <dgm:cxn modelId="{5200BB5C-39F0-4828-BE9A-8258FADF609E}" srcId="{5B1DDC22-9E78-450E-8F07-85E4BE211112}" destId="{91FA826C-4634-4E64-B5A3-69A1BDD0F2E2}" srcOrd="5" destOrd="0" parTransId="{B7618C30-9BE9-4377-AA1B-FB174A4487E5}" sibTransId="{2F405737-92CB-40A0-BD0C-B892B649800C}"/>
    <dgm:cxn modelId="{3741174B-FD82-4E96-8BA1-45A0C9DDE23A}" srcId="{5B1DDC22-9E78-450E-8F07-85E4BE211112}" destId="{CE7425DF-D8B6-4C23-8C52-B2BFFFDCEC7E}" srcOrd="4" destOrd="0" parTransId="{8B9D60F8-E801-4FBD-9EC2-85492887D63D}" sibTransId="{5564EF3F-1297-434B-904F-EB821D03AF80}"/>
    <dgm:cxn modelId="{30A7B150-0165-4778-818D-9CD3E4C4ABA4}" type="presOf" srcId="{9A80F73A-C9E6-4927-983C-DAABB9613806}" destId="{FF7F2046-4FA8-4816-9D1F-305C97983433}" srcOrd="0" destOrd="0" presId="urn:microsoft.com/office/officeart/2008/layout/LinedList"/>
    <dgm:cxn modelId="{61291A88-E81B-43F4-BF02-BD6921D80D96}" srcId="{5B1DDC22-9E78-450E-8F07-85E4BE211112}" destId="{8B327727-B124-402C-AE8A-6162EE586ECA}" srcOrd="1" destOrd="0" parTransId="{686DC387-576F-4906-A332-FA02C411C074}" sibTransId="{C7F6C18C-F1B2-4449-9DA1-09608382C168}"/>
    <dgm:cxn modelId="{B42F978D-3E9C-4E52-BBC7-E8420B4DD11A}" type="presOf" srcId="{CE7425DF-D8B6-4C23-8C52-B2BFFFDCEC7E}" destId="{2A2E4207-D4FD-44C5-BA41-082213FE78EE}" srcOrd="0" destOrd="0" presId="urn:microsoft.com/office/officeart/2008/layout/LinedList"/>
    <dgm:cxn modelId="{B8BE5790-2EF2-45A4-A23A-D2DF495289A7}" type="presOf" srcId="{9BA0F255-B6E4-4424-B589-45170E00530F}" destId="{660C6A25-EC0B-4845-A52A-2CD18DEA2F41}" srcOrd="0" destOrd="0" presId="urn:microsoft.com/office/officeart/2008/layout/LinedList"/>
    <dgm:cxn modelId="{298B2A94-8A7D-4CA3-8A51-448C0BA2D7BE}" srcId="{5B1DDC22-9E78-450E-8F07-85E4BE211112}" destId="{9A80F73A-C9E6-4927-983C-DAABB9613806}" srcOrd="2" destOrd="0" parTransId="{A4C6921E-577E-473B-AF5C-8B083393B936}" sibTransId="{03F8CE70-3432-48C8-8E7B-622BBA71A34C}"/>
    <dgm:cxn modelId="{6A88ACA5-B01F-4465-8C33-2DFFEF22AC5F}" type="presOf" srcId="{AE485A43-ABB5-43EE-8DF5-D0B9BB252460}" destId="{0FED9BA0-A6C0-4542-BB6C-9D17B481FA31}" srcOrd="0" destOrd="0" presId="urn:microsoft.com/office/officeart/2008/layout/LinedList"/>
    <dgm:cxn modelId="{3C16FBC0-EDD9-49DD-A002-FD8975F0B1A2}" type="presOf" srcId="{8B327727-B124-402C-AE8A-6162EE586ECA}" destId="{85FB2A97-ACE2-4C41-B4EA-B21749D729DD}" srcOrd="0" destOrd="0" presId="urn:microsoft.com/office/officeart/2008/layout/LinedList"/>
    <dgm:cxn modelId="{2CAE5EDD-D90D-4B5F-B8D9-3CF3C202BE16}" type="presOf" srcId="{91FA826C-4634-4E64-B5A3-69A1BDD0F2E2}" destId="{54383230-17A8-4ABE-96E3-D20BAEDD4DA5}" srcOrd="0" destOrd="0" presId="urn:microsoft.com/office/officeart/2008/layout/LinedList"/>
    <dgm:cxn modelId="{70C556FF-BD65-4A86-86B1-7F706AD8CFC3}" srcId="{5B1DDC22-9E78-450E-8F07-85E4BE211112}" destId="{AE485A43-ABB5-43EE-8DF5-D0B9BB252460}" srcOrd="0" destOrd="0" parTransId="{2AF64E57-F1D9-4F11-ABB3-12DAA1146FE6}" sibTransId="{5B4D040F-44C2-4013-BB8D-03725416041D}"/>
    <dgm:cxn modelId="{C79B5D98-CD63-499E-BAE8-7A559CF914A1}" type="presParOf" srcId="{1D4636E3-3166-42D8-AEFB-F1FF516C35FD}" destId="{44C12008-FECB-4349-9A71-F4190D01168A}" srcOrd="0" destOrd="0" presId="urn:microsoft.com/office/officeart/2008/layout/LinedList"/>
    <dgm:cxn modelId="{7CBC4346-F720-4B13-A9E4-62DF67FEC99E}" type="presParOf" srcId="{1D4636E3-3166-42D8-AEFB-F1FF516C35FD}" destId="{CCD491D5-B0EC-4284-BF62-035D3E847A72}" srcOrd="1" destOrd="0" presId="urn:microsoft.com/office/officeart/2008/layout/LinedList"/>
    <dgm:cxn modelId="{215A5338-9C6B-41AB-BD0B-B8B60DB177E2}" type="presParOf" srcId="{CCD491D5-B0EC-4284-BF62-035D3E847A72}" destId="{0FED9BA0-A6C0-4542-BB6C-9D17B481FA31}" srcOrd="0" destOrd="0" presId="urn:microsoft.com/office/officeart/2008/layout/LinedList"/>
    <dgm:cxn modelId="{B037C84C-ECA6-48FD-A5B2-B79F5409D78D}" type="presParOf" srcId="{CCD491D5-B0EC-4284-BF62-035D3E847A72}" destId="{D97083A9-A9A6-41DB-8FAB-6582E619C373}" srcOrd="1" destOrd="0" presId="urn:microsoft.com/office/officeart/2008/layout/LinedList"/>
    <dgm:cxn modelId="{6F48C85D-7100-4849-94BC-B1B0C321E1D9}" type="presParOf" srcId="{1D4636E3-3166-42D8-AEFB-F1FF516C35FD}" destId="{83DE6490-06F8-4E3A-AAE1-5F52A9F394A2}" srcOrd="2" destOrd="0" presId="urn:microsoft.com/office/officeart/2008/layout/LinedList"/>
    <dgm:cxn modelId="{230D8364-3919-412F-8295-8C038827A5EC}" type="presParOf" srcId="{1D4636E3-3166-42D8-AEFB-F1FF516C35FD}" destId="{5507AA6F-8A03-4CE5-A9F9-4D4FDEF7E716}" srcOrd="3" destOrd="0" presId="urn:microsoft.com/office/officeart/2008/layout/LinedList"/>
    <dgm:cxn modelId="{3985F8F9-81D7-414B-9B20-3CDCD1339746}" type="presParOf" srcId="{5507AA6F-8A03-4CE5-A9F9-4D4FDEF7E716}" destId="{85FB2A97-ACE2-4C41-B4EA-B21749D729DD}" srcOrd="0" destOrd="0" presId="urn:microsoft.com/office/officeart/2008/layout/LinedList"/>
    <dgm:cxn modelId="{AC25D058-2D52-4361-B595-14EF89E2BFBF}" type="presParOf" srcId="{5507AA6F-8A03-4CE5-A9F9-4D4FDEF7E716}" destId="{14EB85B2-F8CF-4230-9950-B6EA83124C3E}" srcOrd="1" destOrd="0" presId="urn:microsoft.com/office/officeart/2008/layout/LinedList"/>
    <dgm:cxn modelId="{B45E8135-FA22-46D6-8AFA-9E8877CA6F31}" type="presParOf" srcId="{1D4636E3-3166-42D8-AEFB-F1FF516C35FD}" destId="{E8651A67-ADA8-49B9-B6C7-830920269905}" srcOrd="4" destOrd="0" presId="urn:microsoft.com/office/officeart/2008/layout/LinedList"/>
    <dgm:cxn modelId="{CF7F01AA-2351-434D-B2EE-86121C91F6F5}" type="presParOf" srcId="{1D4636E3-3166-42D8-AEFB-F1FF516C35FD}" destId="{06E0210F-E453-4D08-92EA-0E42F03F9F14}" srcOrd="5" destOrd="0" presId="urn:microsoft.com/office/officeart/2008/layout/LinedList"/>
    <dgm:cxn modelId="{86C71514-58FF-4656-8943-8BAFE1528EEC}" type="presParOf" srcId="{06E0210F-E453-4D08-92EA-0E42F03F9F14}" destId="{FF7F2046-4FA8-4816-9D1F-305C97983433}" srcOrd="0" destOrd="0" presId="urn:microsoft.com/office/officeart/2008/layout/LinedList"/>
    <dgm:cxn modelId="{8B44F96C-8559-4530-8DD2-9ED0F50916AA}" type="presParOf" srcId="{06E0210F-E453-4D08-92EA-0E42F03F9F14}" destId="{0F13AE7C-FCC4-4647-AB01-4753022476AE}" srcOrd="1" destOrd="0" presId="urn:microsoft.com/office/officeart/2008/layout/LinedList"/>
    <dgm:cxn modelId="{745DF04A-2094-4681-AD86-FADF22587DB8}" type="presParOf" srcId="{1D4636E3-3166-42D8-AEFB-F1FF516C35FD}" destId="{6D4249AD-4DCC-4315-9F20-A4036450DBB2}" srcOrd="6" destOrd="0" presId="urn:microsoft.com/office/officeart/2008/layout/LinedList"/>
    <dgm:cxn modelId="{78A79EC8-69FF-4F92-8CFC-B95F2310FCD0}" type="presParOf" srcId="{1D4636E3-3166-42D8-AEFB-F1FF516C35FD}" destId="{7B64E8FB-B02A-46F9-8E37-06E2187ACD58}" srcOrd="7" destOrd="0" presId="urn:microsoft.com/office/officeart/2008/layout/LinedList"/>
    <dgm:cxn modelId="{BE8CF7C0-0323-4CA6-8E47-9FBF79DAF60B}" type="presParOf" srcId="{7B64E8FB-B02A-46F9-8E37-06E2187ACD58}" destId="{660C6A25-EC0B-4845-A52A-2CD18DEA2F41}" srcOrd="0" destOrd="0" presId="urn:microsoft.com/office/officeart/2008/layout/LinedList"/>
    <dgm:cxn modelId="{A9676C49-701F-4037-A728-B2FB61A18CB4}" type="presParOf" srcId="{7B64E8FB-B02A-46F9-8E37-06E2187ACD58}" destId="{297D7C69-CFB1-4E59-A137-11D3E994CB9D}" srcOrd="1" destOrd="0" presId="urn:microsoft.com/office/officeart/2008/layout/LinedList"/>
    <dgm:cxn modelId="{A79463A3-8FE6-47DD-B35C-A39388F3417A}" type="presParOf" srcId="{1D4636E3-3166-42D8-AEFB-F1FF516C35FD}" destId="{AF087575-0086-4297-BC55-1FB6DA607FDD}" srcOrd="8" destOrd="0" presId="urn:microsoft.com/office/officeart/2008/layout/LinedList"/>
    <dgm:cxn modelId="{F099F956-6FFF-4806-A872-47FD09E51BED}" type="presParOf" srcId="{1D4636E3-3166-42D8-AEFB-F1FF516C35FD}" destId="{43DBA681-AA65-4AC0-812F-5B8AF0A5B1E1}" srcOrd="9" destOrd="0" presId="urn:microsoft.com/office/officeart/2008/layout/LinedList"/>
    <dgm:cxn modelId="{673E0174-1458-46A4-A874-2BD1138013BD}" type="presParOf" srcId="{43DBA681-AA65-4AC0-812F-5B8AF0A5B1E1}" destId="{2A2E4207-D4FD-44C5-BA41-082213FE78EE}" srcOrd="0" destOrd="0" presId="urn:microsoft.com/office/officeart/2008/layout/LinedList"/>
    <dgm:cxn modelId="{8A03029E-527A-4A8D-AF1A-3431E4C9A237}" type="presParOf" srcId="{43DBA681-AA65-4AC0-812F-5B8AF0A5B1E1}" destId="{92D5DB53-8C22-495B-BCF9-B1EB54D3BD97}" srcOrd="1" destOrd="0" presId="urn:microsoft.com/office/officeart/2008/layout/LinedList"/>
    <dgm:cxn modelId="{8E80247B-75F4-473E-B39D-842DE48452D2}" type="presParOf" srcId="{1D4636E3-3166-42D8-AEFB-F1FF516C35FD}" destId="{0C933C0D-DDC7-4D1E-81FA-41CCA026F451}" srcOrd="10" destOrd="0" presId="urn:microsoft.com/office/officeart/2008/layout/LinedList"/>
    <dgm:cxn modelId="{B3FF09E9-7797-492C-BBDD-F377F0A8B595}" type="presParOf" srcId="{1D4636E3-3166-42D8-AEFB-F1FF516C35FD}" destId="{A0DE1CB8-C682-4DD3-B0F0-AB23E4D02135}" srcOrd="11" destOrd="0" presId="urn:microsoft.com/office/officeart/2008/layout/LinedList"/>
    <dgm:cxn modelId="{5A5A6F10-EBCE-4526-A8BC-7E443A2A4460}" type="presParOf" srcId="{A0DE1CB8-C682-4DD3-B0F0-AB23E4D02135}" destId="{54383230-17A8-4ABE-96E3-D20BAEDD4DA5}" srcOrd="0" destOrd="0" presId="urn:microsoft.com/office/officeart/2008/layout/LinedList"/>
    <dgm:cxn modelId="{D1182649-A078-4C5A-964C-5907763A0F68}" type="presParOf" srcId="{A0DE1CB8-C682-4DD3-B0F0-AB23E4D02135}" destId="{9426298C-AB8A-4E9F-9AB7-F21A622EE06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63D484C-4E37-450B-AE55-913405064727}" type="doc">
      <dgm:prSet loTypeId="urn:microsoft.com/office/officeart/2005/8/layout/chevron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2D37769-7ACE-4D21-8610-B1458141A5AE}">
      <dgm:prSet/>
      <dgm:spPr/>
      <dgm:t>
        <a:bodyPr/>
        <a:lstStyle/>
        <a:p>
          <a:r>
            <a:rPr lang="en-US"/>
            <a:t>ARIMA</a:t>
          </a:r>
        </a:p>
      </dgm:t>
    </dgm:pt>
    <dgm:pt modelId="{27E2FBBA-137A-480B-B30A-AFC4D87671E0}" type="parTrans" cxnId="{24219E1F-E2B2-4FDF-87BA-AFC42AF921D6}">
      <dgm:prSet/>
      <dgm:spPr/>
      <dgm:t>
        <a:bodyPr/>
        <a:lstStyle/>
        <a:p>
          <a:endParaRPr lang="en-US"/>
        </a:p>
      </dgm:t>
    </dgm:pt>
    <dgm:pt modelId="{BFADD119-0684-4956-BC27-F182E731F032}" type="sibTrans" cxnId="{24219E1F-E2B2-4FDF-87BA-AFC42AF921D6}">
      <dgm:prSet/>
      <dgm:spPr/>
      <dgm:t>
        <a:bodyPr/>
        <a:lstStyle/>
        <a:p>
          <a:endParaRPr lang="en-US"/>
        </a:p>
      </dgm:t>
    </dgm:pt>
    <dgm:pt modelId="{99910A44-6F7F-4F2A-AD6F-DCA91B7C5224}">
      <dgm:prSet/>
      <dgm:spPr/>
      <dgm:t>
        <a:bodyPr/>
        <a:lstStyle/>
        <a:p>
          <a:endParaRPr lang="en-US" dirty="0"/>
        </a:p>
      </dgm:t>
    </dgm:pt>
    <dgm:pt modelId="{5159D59B-A227-48DD-9F46-651EE34146C4}" type="parTrans" cxnId="{4AD5921E-E9C2-4C77-BDC3-ECBFFD4409C1}">
      <dgm:prSet/>
      <dgm:spPr/>
      <dgm:t>
        <a:bodyPr/>
        <a:lstStyle/>
        <a:p>
          <a:endParaRPr lang="en-US"/>
        </a:p>
      </dgm:t>
    </dgm:pt>
    <dgm:pt modelId="{C21FE194-E063-4FA7-9FCD-15C0776171B8}" type="sibTrans" cxnId="{4AD5921E-E9C2-4C77-BDC3-ECBFFD4409C1}">
      <dgm:prSet/>
      <dgm:spPr/>
      <dgm:t>
        <a:bodyPr/>
        <a:lstStyle/>
        <a:p>
          <a:endParaRPr lang="en-US"/>
        </a:p>
      </dgm:t>
    </dgm:pt>
    <dgm:pt modelId="{9843C514-E209-4EAD-A91B-A56947B2DE41}">
      <dgm:prSet/>
      <dgm:spPr/>
      <dgm:t>
        <a:bodyPr/>
        <a:lstStyle/>
        <a:p>
          <a:r>
            <a:rPr lang="en-US"/>
            <a:t>XGBoost</a:t>
          </a:r>
        </a:p>
      </dgm:t>
    </dgm:pt>
    <dgm:pt modelId="{36B78D5E-5583-4340-AD13-A0F4EE355BE6}" type="parTrans" cxnId="{F32BF95A-5BD8-4E2D-9204-84317A890E08}">
      <dgm:prSet/>
      <dgm:spPr/>
      <dgm:t>
        <a:bodyPr/>
        <a:lstStyle/>
        <a:p>
          <a:endParaRPr lang="en-US"/>
        </a:p>
      </dgm:t>
    </dgm:pt>
    <dgm:pt modelId="{A6694810-7C2E-4B81-B77F-0A1EA31CA834}" type="sibTrans" cxnId="{F32BF95A-5BD8-4E2D-9204-84317A890E08}">
      <dgm:prSet/>
      <dgm:spPr/>
      <dgm:t>
        <a:bodyPr/>
        <a:lstStyle/>
        <a:p>
          <a:endParaRPr lang="en-US"/>
        </a:p>
      </dgm:t>
    </dgm:pt>
    <dgm:pt modelId="{4A542CAF-9DE2-4A0F-8473-A9EFFDD21071}">
      <dgm:prSet/>
      <dgm:spPr/>
      <dgm:t>
        <a:bodyPr/>
        <a:lstStyle/>
        <a:p>
          <a:endParaRPr lang="en-US" dirty="0"/>
        </a:p>
      </dgm:t>
    </dgm:pt>
    <dgm:pt modelId="{52CFE0CC-5352-47FD-9E75-1D2DB5B8EC5F}" type="parTrans" cxnId="{AE37A91B-DBEE-4171-A8BA-D502FA6F18B1}">
      <dgm:prSet/>
      <dgm:spPr/>
      <dgm:t>
        <a:bodyPr/>
        <a:lstStyle/>
        <a:p>
          <a:endParaRPr lang="en-US"/>
        </a:p>
      </dgm:t>
    </dgm:pt>
    <dgm:pt modelId="{554014AC-9F5C-4DA4-A97D-C62F562A329C}" type="sibTrans" cxnId="{AE37A91B-DBEE-4171-A8BA-D502FA6F18B1}">
      <dgm:prSet/>
      <dgm:spPr/>
      <dgm:t>
        <a:bodyPr/>
        <a:lstStyle/>
        <a:p>
          <a:endParaRPr lang="en-US"/>
        </a:p>
      </dgm:t>
    </dgm:pt>
    <dgm:pt modelId="{E43FFEDA-8ED9-4AD3-9800-B41C968EE926}">
      <dgm:prSet/>
      <dgm:spPr/>
      <dgm:t>
        <a:bodyPr/>
        <a:lstStyle/>
        <a:p>
          <a:r>
            <a:rPr lang="en-US"/>
            <a:t>Exponential Smoothing (Holt-Winters)</a:t>
          </a:r>
        </a:p>
      </dgm:t>
    </dgm:pt>
    <dgm:pt modelId="{DD0B7D97-EE10-4F5C-8796-F621F2CE7414}" type="parTrans" cxnId="{A917DB8E-C6E8-4414-8B12-7F8D211F5866}">
      <dgm:prSet/>
      <dgm:spPr/>
      <dgm:t>
        <a:bodyPr/>
        <a:lstStyle/>
        <a:p>
          <a:endParaRPr lang="en-US"/>
        </a:p>
      </dgm:t>
    </dgm:pt>
    <dgm:pt modelId="{D577BA28-BF24-43BD-9B7C-12E7784B220D}" type="sibTrans" cxnId="{A917DB8E-C6E8-4414-8B12-7F8D211F5866}">
      <dgm:prSet/>
      <dgm:spPr/>
      <dgm:t>
        <a:bodyPr/>
        <a:lstStyle/>
        <a:p>
          <a:endParaRPr lang="en-US"/>
        </a:p>
      </dgm:t>
    </dgm:pt>
    <dgm:pt modelId="{297ED8F9-8305-4132-BCD8-20222848E3BF}">
      <dgm:prSet/>
      <dgm:spPr/>
      <dgm:t>
        <a:bodyPr/>
        <a:lstStyle/>
        <a:p>
          <a:endParaRPr lang="en-US" dirty="0"/>
        </a:p>
      </dgm:t>
    </dgm:pt>
    <dgm:pt modelId="{C0ADE699-543F-44FB-BFC3-D84DCF49B760}" type="parTrans" cxnId="{CD993EF5-AED5-4BB3-A879-94737CEC7D31}">
      <dgm:prSet/>
      <dgm:spPr/>
      <dgm:t>
        <a:bodyPr/>
        <a:lstStyle/>
        <a:p>
          <a:endParaRPr lang="en-US"/>
        </a:p>
      </dgm:t>
    </dgm:pt>
    <dgm:pt modelId="{4FA5DE40-6135-4DFE-829D-7377114B28FA}" type="sibTrans" cxnId="{CD993EF5-AED5-4BB3-A879-94737CEC7D31}">
      <dgm:prSet/>
      <dgm:spPr/>
      <dgm:t>
        <a:bodyPr/>
        <a:lstStyle/>
        <a:p>
          <a:endParaRPr lang="en-US"/>
        </a:p>
      </dgm:t>
    </dgm:pt>
    <dgm:pt modelId="{9130C162-2C69-4E7E-A311-2466EC4ADDF6}">
      <dgm:prSet/>
      <dgm:spPr/>
      <dgm:t>
        <a:bodyPr/>
        <a:lstStyle/>
        <a:p>
          <a:r>
            <a:rPr lang="en-US"/>
            <a:t>Prophet</a:t>
          </a:r>
        </a:p>
      </dgm:t>
    </dgm:pt>
    <dgm:pt modelId="{2698F34E-736E-4CA1-AB6D-27CA56D22C80}" type="parTrans" cxnId="{B0869658-D578-4F2F-8767-2405D5462C5A}">
      <dgm:prSet/>
      <dgm:spPr/>
      <dgm:t>
        <a:bodyPr/>
        <a:lstStyle/>
        <a:p>
          <a:endParaRPr lang="en-US"/>
        </a:p>
      </dgm:t>
    </dgm:pt>
    <dgm:pt modelId="{F82931D4-D6A9-48E4-BCC6-54936C99BE02}" type="sibTrans" cxnId="{B0869658-D578-4F2F-8767-2405D5462C5A}">
      <dgm:prSet/>
      <dgm:spPr/>
      <dgm:t>
        <a:bodyPr/>
        <a:lstStyle/>
        <a:p>
          <a:endParaRPr lang="en-US"/>
        </a:p>
      </dgm:t>
    </dgm:pt>
    <dgm:pt modelId="{D206DE8A-3A20-45F2-A9E2-5158845429B8}">
      <dgm:prSet/>
      <dgm:spPr/>
      <dgm:t>
        <a:bodyPr/>
        <a:lstStyle/>
        <a:p>
          <a:endParaRPr lang="en-US" dirty="0"/>
        </a:p>
      </dgm:t>
    </dgm:pt>
    <dgm:pt modelId="{0A29AB96-6B65-4F53-B3C8-D023FB755B14}" type="parTrans" cxnId="{9658B19A-90DD-44BA-8909-9697B87CE3DB}">
      <dgm:prSet/>
      <dgm:spPr/>
      <dgm:t>
        <a:bodyPr/>
        <a:lstStyle/>
        <a:p>
          <a:endParaRPr lang="en-US"/>
        </a:p>
      </dgm:t>
    </dgm:pt>
    <dgm:pt modelId="{ECB94BDF-F608-4F60-89F7-4262981C072A}" type="sibTrans" cxnId="{9658B19A-90DD-44BA-8909-9697B87CE3DB}">
      <dgm:prSet/>
      <dgm:spPr/>
      <dgm:t>
        <a:bodyPr/>
        <a:lstStyle/>
        <a:p>
          <a:endParaRPr lang="en-US"/>
        </a:p>
      </dgm:t>
    </dgm:pt>
    <dgm:pt modelId="{7EDDAC14-27F0-45E3-890E-E9E71EBFA801}" type="pres">
      <dgm:prSet presAssocID="{563D484C-4E37-450B-AE55-913405064727}" presName="Name0" presStyleCnt="0">
        <dgm:presLayoutVars>
          <dgm:dir/>
          <dgm:animLvl val="lvl"/>
          <dgm:resizeHandles val="exact"/>
        </dgm:presLayoutVars>
      </dgm:prSet>
      <dgm:spPr/>
    </dgm:pt>
    <dgm:pt modelId="{2F720C16-4B9E-488D-AFCE-85006F36FE19}" type="pres">
      <dgm:prSet presAssocID="{12D37769-7ACE-4D21-8610-B1458141A5AE}" presName="composite" presStyleCnt="0"/>
      <dgm:spPr/>
    </dgm:pt>
    <dgm:pt modelId="{86F3E408-A999-49CE-9445-3AAC3225138E}" type="pres">
      <dgm:prSet presAssocID="{12D37769-7ACE-4D21-8610-B1458141A5AE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1FFD5E5-7622-4EC4-A4EA-1A215962AAC5}" type="pres">
      <dgm:prSet presAssocID="{12D37769-7ACE-4D21-8610-B1458141A5AE}" presName="desTx" presStyleLbl="revTx" presStyleIdx="0" presStyleCnt="4">
        <dgm:presLayoutVars>
          <dgm:bulletEnabled val="1"/>
        </dgm:presLayoutVars>
      </dgm:prSet>
      <dgm:spPr/>
    </dgm:pt>
    <dgm:pt modelId="{4865FD45-492A-440C-BDAC-D22DC9589180}" type="pres">
      <dgm:prSet presAssocID="{BFADD119-0684-4956-BC27-F182E731F032}" presName="space" presStyleCnt="0"/>
      <dgm:spPr/>
    </dgm:pt>
    <dgm:pt modelId="{91E9BF18-1F9B-45CF-AAFA-4340C0F7331E}" type="pres">
      <dgm:prSet presAssocID="{9843C514-E209-4EAD-A91B-A56947B2DE41}" presName="composite" presStyleCnt="0"/>
      <dgm:spPr/>
    </dgm:pt>
    <dgm:pt modelId="{154C716C-39C5-452B-B497-B79BD2FBB8E0}" type="pres">
      <dgm:prSet presAssocID="{9843C514-E209-4EAD-A91B-A56947B2DE41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FF56DAC-D4BF-46BA-B418-6B9DA05BC171}" type="pres">
      <dgm:prSet presAssocID="{9843C514-E209-4EAD-A91B-A56947B2DE41}" presName="desTx" presStyleLbl="revTx" presStyleIdx="1" presStyleCnt="4">
        <dgm:presLayoutVars>
          <dgm:bulletEnabled val="1"/>
        </dgm:presLayoutVars>
      </dgm:prSet>
      <dgm:spPr/>
    </dgm:pt>
    <dgm:pt modelId="{F89D6C3F-60C4-4FCA-9581-739606C50674}" type="pres">
      <dgm:prSet presAssocID="{A6694810-7C2E-4B81-B77F-0A1EA31CA834}" presName="space" presStyleCnt="0"/>
      <dgm:spPr/>
    </dgm:pt>
    <dgm:pt modelId="{A459F3CC-0A62-45E5-A353-1633BA2CCF64}" type="pres">
      <dgm:prSet presAssocID="{E43FFEDA-8ED9-4AD3-9800-B41C968EE926}" presName="composite" presStyleCnt="0"/>
      <dgm:spPr/>
    </dgm:pt>
    <dgm:pt modelId="{F95BB78C-54ED-4092-893C-5E49A04F850C}" type="pres">
      <dgm:prSet presAssocID="{E43FFEDA-8ED9-4AD3-9800-B41C968EE926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843E34F-AEC6-47A8-A413-D5CB0F391FBF}" type="pres">
      <dgm:prSet presAssocID="{E43FFEDA-8ED9-4AD3-9800-B41C968EE926}" presName="desTx" presStyleLbl="revTx" presStyleIdx="2" presStyleCnt="4">
        <dgm:presLayoutVars>
          <dgm:bulletEnabled val="1"/>
        </dgm:presLayoutVars>
      </dgm:prSet>
      <dgm:spPr/>
    </dgm:pt>
    <dgm:pt modelId="{5ADC60FF-9B95-44A7-842D-879B5F3801C2}" type="pres">
      <dgm:prSet presAssocID="{D577BA28-BF24-43BD-9B7C-12E7784B220D}" presName="space" presStyleCnt="0"/>
      <dgm:spPr/>
    </dgm:pt>
    <dgm:pt modelId="{8614352C-52E9-4766-951E-10AAA6A98098}" type="pres">
      <dgm:prSet presAssocID="{9130C162-2C69-4E7E-A311-2466EC4ADDF6}" presName="composite" presStyleCnt="0"/>
      <dgm:spPr/>
    </dgm:pt>
    <dgm:pt modelId="{4CFBB7A2-17DB-4C40-BBAC-DED797516C35}" type="pres">
      <dgm:prSet presAssocID="{9130C162-2C69-4E7E-A311-2466EC4ADDF6}" presName="parTx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FD5875FB-68E1-45DA-AF37-662EB9DE0EA6}" type="pres">
      <dgm:prSet presAssocID="{9130C162-2C69-4E7E-A311-2466EC4ADDF6}" presName="desTx" presStyleLbl="revTx" presStyleIdx="3" presStyleCnt="4">
        <dgm:presLayoutVars>
          <dgm:bulletEnabled val="1"/>
        </dgm:presLayoutVars>
      </dgm:prSet>
      <dgm:spPr/>
    </dgm:pt>
  </dgm:ptLst>
  <dgm:cxnLst>
    <dgm:cxn modelId="{AE37A91B-DBEE-4171-A8BA-D502FA6F18B1}" srcId="{9843C514-E209-4EAD-A91B-A56947B2DE41}" destId="{4A542CAF-9DE2-4A0F-8473-A9EFFDD21071}" srcOrd="0" destOrd="0" parTransId="{52CFE0CC-5352-47FD-9E75-1D2DB5B8EC5F}" sibTransId="{554014AC-9F5C-4DA4-A97D-C62F562A329C}"/>
    <dgm:cxn modelId="{4AD5921E-E9C2-4C77-BDC3-ECBFFD4409C1}" srcId="{12D37769-7ACE-4D21-8610-B1458141A5AE}" destId="{99910A44-6F7F-4F2A-AD6F-DCA91B7C5224}" srcOrd="0" destOrd="0" parTransId="{5159D59B-A227-48DD-9F46-651EE34146C4}" sibTransId="{C21FE194-E063-4FA7-9FCD-15C0776171B8}"/>
    <dgm:cxn modelId="{A315C71E-8648-4F43-BE8F-AAC61C176C0A}" type="presOf" srcId="{9130C162-2C69-4E7E-A311-2466EC4ADDF6}" destId="{4CFBB7A2-17DB-4C40-BBAC-DED797516C35}" srcOrd="0" destOrd="0" presId="urn:microsoft.com/office/officeart/2005/8/layout/chevron1"/>
    <dgm:cxn modelId="{24219E1F-E2B2-4FDF-87BA-AFC42AF921D6}" srcId="{563D484C-4E37-450B-AE55-913405064727}" destId="{12D37769-7ACE-4D21-8610-B1458141A5AE}" srcOrd="0" destOrd="0" parTransId="{27E2FBBA-137A-480B-B30A-AFC4D87671E0}" sibTransId="{BFADD119-0684-4956-BC27-F182E731F032}"/>
    <dgm:cxn modelId="{C0C56620-C9CC-476F-A486-B66D6B60AD73}" type="presOf" srcId="{D206DE8A-3A20-45F2-A9E2-5158845429B8}" destId="{FD5875FB-68E1-45DA-AF37-662EB9DE0EA6}" srcOrd="0" destOrd="0" presId="urn:microsoft.com/office/officeart/2005/8/layout/chevron1"/>
    <dgm:cxn modelId="{39AA7763-E8E9-451F-A530-1705E7D3E85E}" type="presOf" srcId="{E43FFEDA-8ED9-4AD3-9800-B41C968EE926}" destId="{F95BB78C-54ED-4092-893C-5E49A04F850C}" srcOrd="0" destOrd="0" presId="urn:microsoft.com/office/officeart/2005/8/layout/chevron1"/>
    <dgm:cxn modelId="{B10B9C68-9122-4BE4-977F-262A5F2968DE}" type="presOf" srcId="{12D37769-7ACE-4D21-8610-B1458141A5AE}" destId="{86F3E408-A999-49CE-9445-3AAC3225138E}" srcOrd="0" destOrd="0" presId="urn:microsoft.com/office/officeart/2005/8/layout/chevron1"/>
    <dgm:cxn modelId="{B0869658-D578-4F2F-8767-2405D5462C5A}" srcId="{563D484C-4E37-450B-AE55-913405064727}" destId="{9130C162-2C69-4E7E-A311-2466EC4ADDF6}" srcOrd="3" destOrd="0" parTransId="{2698F34E-736E-4CA1-AB6D-27CA56D22C80}" sibTransId="{F82931D4-D6A9-48E4-BCC6-54936C99BE02}"/>
    <dgm:cxn modelId="{F32BF95A-5BD8-4E2D-9204-84317A890E08}" srcId="{563D484C-4E37-450B-AE55-913405064727}" destId="{9843C514-E209-4EAD-A91B-A56947B2DE41}" srcOrd="1" destOrd="0" parTransId="{36B78D5E-5583-4340-AD13-A0F4EE355BE6}" sibTransId="{A6694810-7C2E-4B81-B77F-0A1EA31CA834}"/>
    <dgm:cxn modelId="{42375B7C-2AC0-41D0-A5F4-76B163691984}" type="presOf" srcId="{297ED8F9-8305-4132-BCD8-20222848E3BF}" destId="{A843E34F-AEC6-47A8-A413-D5CB0F391FBF}" srcOrd="0" destOrd="0" presId="urn:microsoft.com/office/officeart/2005/8/layout/chevron1"/>
    <dgm:cxn modelId="{6A73947D-5B0B-4E35-8533-D8D5FE2DD82D}" type="presOf" srcId="{9843C514-E209-4EAD-A91B-A56947B2DE41}" destId="{154C716C-39C5-452B-B497-B79BD2FBB8E0}" srcOrd="0" destOrd="0" presId="urn:microsoft.com/office/officeart/2005/8/layout/chevron1"/>
    <dgm:cxn modelId="{A917DB8E-C6E8-4414-8B12-7F8D211F5866}" srcId="{563D484C-4E37-450B-AE55-913405064727}" destId="{E43FFEDA-8ED9-4AD3-9800-B41C968EE926}" srcOrd="2" destOrd="0" parTransId="{DD0B7D97-EE10-4F5C-8796-F621F2CE7414}" sibTransId="{D577BA28-BF24-43BD-9B7C-12E7784B220D}"/>
    <dgm:cxn modelId="{9658B19A-90DD-44BA-8909-9697B87CE3DB}" srcId="{9130C162-2C69-4E7E-A311-2466EC4ADDF6}" destId="{D206DE8A-3A20-45F2-A9E2-5158845429B8}" srcOrd="0" destOrd="0" parTransId="{0A29AB96-6B65-4F53-B3C8-D023FB755B14}" sibTransId="{ECB94BDF-F608-4F60-89F7-4262981C072A}"/>
    <dgm:cxn modelId="{F3F57FA5-436E-4805-A687-3530F54745F3}" type="presOf" srcId="{99910A44-6F7F-4F2A-AD6F-DCA91B7C5224}" destId="{61FFD5E5-7622-4EC4-A4EA-1A215962AAC5}" srcOrd="0" destOrd="0" presId="urn:microsoft.com/office/officeart/2005/8/layout/chevron1"/>
    <dgm:cxn modelId="{FBE84BC2-0FB5-4961-9231-7A615888D998}" type="presOf" srcId="{4A542CAF-9DE2-4A0F-8473-A9EFFDD21071}" destId="{1FF56DAC-D4BF-46BA-B418-6B9DA05BC171}" srcOrd="0" destOrd="0" presId="urn:microsoft.com/office/officeart/2005/8/layout/chevron1"/>
    <dgm:cxn modelId="{82AC56D5-DEDE-4765-8A57-6BD5DE6EFD64}" type="presOf" srcId="{563D484C-4E37-450B-AE55-913405064727}" destId="{7EDDAC14-27F0-45E3-890E-E9E71EBFA801}" srcOrd="0" destOrd="0" presId="urn:microsoft.com/office/officeart/2005/8/layout/chevron1"/>
    <dgm:cxn modelId="{CD993EF5-AED5-4BB3-A879-94737CEC7D31}" srcId="{E43FFEDA-8ED9-4AD3-9800-B41C968EE926}" destId="{297ED8F9-8305-4132-BCD8-20222848E3BF}" srcOrd="0" destOrd="0" parTransId="{C0ADE699-543F-44FB-BFC3-D84DCF49B760}" sibTransId="{4FA5DE40-6135-4DFE-829D-7377114B28FA}"/>
    <dgm:cxn modelId="{6EF104FE-53A9-472A-B480-9646A2A01200}" type="presParOf" srcId="{7EDDAC14-27F0-45E3-890E-E9E71EBFA801}" destId="{2F720C16-4B9E-488D-AFCE-85006F36FE19}" srcOrd="0" destOrd="0" presId="urn:microsoft.com/office/officeart/2005/8/layout/chevron1"/>
    <dgm:cxn modelId="{A4E74068-24A7-43B2-9111-C1134333FE68}" type="presParOf" srcId="{2F720C16-4B9E-488D-AFCE-85006F36FE19}" destId="{86F3E408-A999-49CE-9445-3AAC3225138E}" srcOrd="0" destOrd="0" presId="urn:microsoft.com/office/officeart/2005/8/layout/chevron1"/>
    <dgm:cxn modelId="{67AE161B-5FA5-4228-A2D6-E41E3CB90CE3}" type="presParOf" srcId="{2F720C16-4B9E-488D-AFCE-85006F36FE19}" destId="{61FFD5E5-7622-4EC4-A4EA-1A215962AAC5}" srcOrd="1" destOrd="0" presId="urn:microsoft.com/office/officeart/2005/8/layout/chevron1"/>
    <dgm:cxn modelId="{C41FFBA8-6BE7-48A8-BEF1-9BC787BE510F}" type="presParOf" srcId="{7EDDAC14-27F0-45E3-890E-E9E71EBFA801}" destId="{4865FD45-492A-440C-BDAC-D22DC9589180}" srcOrd="1" destOrd="0" presId="urn:microsoft.com/office/officeart/2005/8/layout/chevron1"/>
    <dgm:cxn modelId="{6C94ACAB-DDAB-4657-8508-7053637EE4FD}" type="presParOf" srcId="{7EDDAC14-27F0-45E3-890E-E9E71EBFA801}" destId="{91E9BF18-1F9B-45CF-AAFA-4340C0F7331E}" srcOrd="2" destOrd="0" presId="urn:microsoft.com/office/officeart/2005/8/layout/chevron1"/>
    <dgm:cxn modelId="{4CB2AC96-628C-4A70-983C-D4C1C5F071B1}" type="presParOf" srcId="{91E9BF18-1F9B-45CF-AAFA-4340C0F7331E}" destId="{154C716C-39C5-452B-B497-B79BD2FBB8E0}" srcOrd="0" destOrd="0" presId="urn:microsoft.com/office/officeart/2005/8/layout/chevron1"/>
    <dgm:cxn modelId="{8DECFF5F-6F6D-43D8-B0FC-55F3802FFD24}" type="presParOf" srcId="{91E9BF18-1F9B-45CF-AAFA-4340C0F7331E}" destId="{1FF56DAC-D4BF-46BA-B418-6B9DA05BC171}" srcOrd="1" destOrd="0" presId="urn:microsoft.com/office/officeart/2005/8/layout/chevron1"/>
    <dgm:cxn modelId="{4BB1E7C3-0BE6-4C84-B5D8-06C039DD9D83}" type="presParOf" srcId="{7EDDAC14-27F0-45E3-890E-E9E71EBFA801}" destId="{F89D6C3F-60C4-4FCA-9581-739606C50674}" srcOrd="3" destOrd="0" presId="urn:microsoft.com/office/officeart/2005/8/layout/chevron1"/>
    <dgm:cxn modelId="{56CD0306-C7FD-4B2E-8E94-F7CA135D432A}" type="presParOf" srcId="{7EDDAC14-27F0-45E3-890E-E9E71EBFA801}" destId="{A459F3CC-0A62-45E5-A353-1633BA2CCF64}" srcOrd="4" destOrd="0" presId="urn:microsoft.com/office/officeart/2005/8/layout/chevron1"/>
    <dgm:cxn modelId="{B6D2EC55-6146-4F04-B7C0-3B23DDB2CF85}" type="presParOf" srcId="{A459F3CC-0A62-45E5-A353-1633BA2CCF64}" destId="{F95BB78C-54ED-4092-893C-5E49A04F850C}" srcOrd="0" destOrd="0" presId="urn:microsoft.com/office/officeart/2005/8/layout/chevron1"/>
    <dgm:cxn modelId="{E94C1BD9-0623-45D2-9B5A-10D29E991387}" type="presParOf" srcId="{A459F3CC-0A62-45E5-A353-1633BA2CCF64}" destId="{A843E34F-AEC6-47A8-A413-D5CB0F391FBF}" srcOrd="1" destOrd="0" presId="urn:microsoft.com/office/officeart/2005/8/layout/chevron1"/>
    <dgm:cxn modelId="{73135593-5F5C-41B9-864A-576114159B41}" type="presParOf" srcId="{7EDDAC14-27F0-45E3-890E-E9E71EBFA801}" destId="{5ADC60FF-9B95-44A7-842D-879B5F3801C2}" srcOrd="5" destOrd="0" presId="urn:microsoft.com/office/officeart/2005/8/layout/chevron1"/>
    <dgm:cxn modelId="{0400E6CC-B850-4933-BAA5-CC263E973F3A}" type="presParOf" srcId="{7EDDAC14-27F0-45E3-890E-E9E71EBFA801}" destId="{8614352C-52E9-4766-951E-10AAA6A98098}" srcOrd="6" destOrd="0" presId="urn:microsoft.com/office/officeart/2005/8/layout/chevron1"/>
    <dgm:cxn modelId="{B8DBDABB-5427-4ED1-9DE6-F78C41837275}" type="presParOf" srcId="{8614352C-52E9-4766-951E-10AAA6A98098}" destId="{4CFBB7A2-17DB-4C40-BBAC-DED797516C35}" srcOrd="0" destOrd="0" presId="urn:microsoft.com/office/officeart/2005/8/layout/chevron1"/>
    <dgm:cxn modelId="{668BB22C-0285-479F-A0CC-134844C3E2BD}" type="presParOf" srcId="{8614352C-52E9-4766-951E-10AAA6A98098}" destId="{FD5875FB-68E1-45DA-AF37-662EB9DE0EA6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590A3DF-C45B-4C3E-9991-291C0F7412A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A2B23A4-F992-4D91-B704-1C6B09DFB8D1}">
      <dgm:prSet/>
      <dgm:spPr/>
      <dgm:t>
        <a:bodyPr/>
        <a:lstStyle/>
        <a:p>
          <a:r>
            <a:rPr lang="en-US"/>
            <a:t>Uses past values and errors to predict future steps</a:t>
          </a:r>
        </a:p>
      </dgm:t>
    </dgm:pt>
    <dgm:pt modelId="{2529FD8D-C144-4354-A1FB-A131E89E5BC7}" type="parTrans" cxnId="{2A7CE061-EEBD-4DF1-AF69-2E65F4F8D041}">
      <dgm:prSet/>
      <dgm:spPr/>
      <dgm:t>
        <a:bodyPr/>
        <a:lstStyle/>
        <a:p>
          <a:endParaRPr lang="en-US"/>
        </a:p>
      </dgm:t>
    </dgm:pt>
    <dgm:pt modelId="{65A20B51-DE62-44AF-A2B1-74C2F33D9263}" type="sibTrans" cxnId="{2A7CE061-EEBD-4DF1-AF69-2E65F4F8D041}">
      <dgm:prSet/>
      <dgm:spPr/>
      <dgm:t>
        <a:bodyPr/>
        <a:lstStyle/>
        <a:p>
          <a:endParaRPr lang="en-US"/>
        </a:p>
      </dgm:t>
    </dgm:pt>
    <dgm:pt modelId="{04F10A6B-27BF-48C0-9CBB-5D84BF3C4228}">
      <dgm:prSet/>
      <dgm:spPr/>
      <dgm:t>
        <a:bodyPr/>
        <a:lstStyle/>
        <a:p>
          <a:r>
            <a:rPr lang="en-US"/>
            <a:t>First model used as a baseline to compare others to</a:t>
          </a:r>
        </a:p>
      </dgm:t>
    </dgm:pt>
    <dgm:pt modelId="{6864003E-34B7-475E-B6EB-5E0C5AE24C3B}" type="parTrans" cxnId="{06578805-9B92-4E26-90F4-8C7CD46A2BBB}">
      <dgm:prSet/>
      <dgm:spPr/>
      <dgm:t>
        <a:bodyPr/>
        <a:lstStyle/>
        <a:p>
          <a:endParaRPr lang="en-US"/>
        </a:p>
      </dgm:t>
    </dgm:pt>
    <dgm:pt modelId="{81559C8F-83E0-416B-91AE-62657278FB8A}" type="sibTrans" cxnId="{06578805-9B92-4E26-90F4-8C7CD46A2BBB}">
      <dgm:prSet/>
      <dgm:spPr/>
      <dgm:t>
        <a:bodyPr/>
        <a:lstStyle/>
        <a:p>
          <a:endParaRPr lang="en-US"/>
        </a:p>
      </dgm:t>
    </dgm:pt>
    <dgm:pt modelId="{E9B682F5-BE0A-4385-BC3B-74FA376CD479}">
      <dgm:prSet/>
      <dgm:spPr/>
      <dgm:t>
        <a:bodyPr/>
        <a:lstStyle/>
        <a:p>
          <a:r>
            <a:rPr lang="en-US"/>
            <a:t>Useful on aggregated data (e.g. total sales per day)</a:t>
          </a:r>
        </a:p>
      </dgm:t>
    </dgm:pt>
    <dgm:pt modelId="{E483F237-6AE8-4992-977A-99B23F7B9380}" type="parTrans" cxnId="{5B227651-F014-4C20-A652-831C4D9FA46F}">
      <dgm:prSet/>
      <dgm:spPr/>
      <dgm:t>
        <a:bodyPr/>
        <a:lstStyle/>
        <a:p>
          <a:endParaRPr lang="en-US"/>
        </a:p>
      </dgm:t>
    </dgm:pt>
    <dgm:pt modelId="{4CB5163F-FE52-4DFA-9462-F61FEA4CAE12}" type="sibTrans" cxnId="{5B227651-F014-4C20-A652-831C4D9FA46F}">
      <dgm:prSet/>
      <dgm:spPr/>
      <dgm:t>
        <a:bodyPr/>
        <a:lstStyle/>
        <a:p>
          <a:endParaRPr lang="en-US"/>
        </a:p>
      </dgm:t>
    </dgm:pt>
    <dgm:pt modelId="{CF460312-2FAE-46CA-8479-0088152FDA32}">
      <dgm:prSet/>
      <dgm:spPr/>
      <dgm:t>
        <a:bodyPr/>
        <a:lstStyle/>
        <a:p>
          <a:r>
            <a:rPr lang="en-US"/>
            <a:t>Less useful for individual items</a:t>
          </a:r>
        </a:p>
      </dgm:t>
    </dgm:pt>
    <dgm:pt modelId="{6A1D2700-DEA4-45D3-B7BF-6F33174E215C}" type="parTrans" cxnId="{95D03929-1E1A-40D5-BEC7-F482F7FD3492}">
      <dgm:prSet/>
      <dgm:spPr/>
      <dgm:t>
        <a:bodyPr/>
        <a:lstStyle/>
        <a:p>
          <a:endParaRPr lang="en-US"/>
        </a:p>
      </dgm:t>
    </dgm:pt>
    <dgm:pt modelId="{9F3CFD97-F4D5-4A16-95E3-8B3131824BC7}" type="sibTrans" cxnId="{95D03929-1E1A-40D5-BEC7-F482F7FD3492}">
      <dgm:prSet/>
      <dgm:spPr/>
      <dgm:t>
        <a:bodyPr/>
        <a:lstStyle/>
        <a:p>
          <a:endParaRPr lang="en-US"/>
        </a:p>
      </dgm:t>
    </dgm:pt>
    <dgm:pt modelId="{9ECD0A6A-BE82-4FF6-A63D-BA4D6D7390C2}" type="pres">
      <dgm:prSet presAssocID="{D590A3DF-C45B-4C3E-9991-291C0F7412A1}" presName="linear" presStyleCnt="0">
        <dgm:presLayoutVars>
          <dgm:animLvl val="lvl"/>
          <dgm:resizeHandles val="exact"/>
        </dgm:presLayoutVars>
      </dgm:prSet>
      <dgm:spPr/>
    </dgm:pt>
    <dgm:pt modelId="{C6AA28AC-2353-4967-BFD9-BADA853DE6DF}" type="pres">
      <dgm:prSet presAssocID="{DA2B23A4-F992-4D91-B704-1C6B09DFB8D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479CBEA-C200-4328-9744-48F0638DE3B8}" type="pres">
      <dgm:prSet presAssocID="{65A20B51-DE62-44AF-A2B1-74C2F33D9263}" presName="spacer" presStyleCnt="0"/>
      <dgm:spPr/>
    </dgm:pt>
    <dgm:pt modelId="{BC2E3745-8480-4037-8A49-91917F82799B}" type="pres">
      <dgm:prSet presAssocID="{04F10A6B-27BF-48C0-9CBB-5D84BF3C422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C71F615-C755-424F-B91A-6F06F98F6800}" type="pres">
      <dgm:prSet presAssocID="{81559C8F-83E0-416B-91AE-62657278FB8A}" presName="spacer" presStyleCnt="0"/>
      <dgm:spPr/>
    </dgm:pt>
    <dgm:pt modelId="{B5224F32-20AA-432F-BE6C-6F589D805D3D}" type="pres">
      <dgm:prSet presAssocID="{E9B682F5-BE0A-4385-BC3B-74FA376CD47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CA05859-1986-4996-A83D-1E522AFA002B}" type="pres">
      <dgm:prSet presAssocID="{E9B682F5-BE0A-4385-BC3B-74FA376CD479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6578805-9B92-4E26-90F4-8C7CD46A2BBB}" srcId="{D590A3DF-C45B-4C3E-9991-291C0F7412A1}" destId="{04F10A6B-27BF-48C0-9CBB-5D84BF3C4228}" srcOrd="1" destOrd="0" parTransId="{6864003E-34B7-475E-B6EB-5E0C5AE24C3B}" sibTransId="{81559C8F-83E0-416B-91AE-62657278FB8A}"/>
    <dgm:cxn modelId="{08C2421B-F433-4DC4-8577-8BD644C3E27E}" type="presOf" srcId="{E9B682F5-BE0A-4385-BC3B-74FA376CD479}" destId="{B5224F32-20AA-432F-BE6C-6F589D805D3D}" srcOrd="0" destOrd="0" presId="urn:microsoft.com/office/officeart/2005/8/layout/vList2"/>
    <dgm:cxn modelId="{95D03929-1E1A-40D5-BEC7-F482F7FD3492}" srcId="{E9B682F5-BE0A-4385-BC3B-74FA376CD479}" destId="{CF460312-2FAE-46CA-8479-0088152FDA32}" srcOrd="0" destOrd="0" parTransId="{6A1D2700-DEA4-45D3-B7BF-6F33174E215C}" sibTransId="{9F3CFD97-F4D5-4A16-95E3-8B3131824BC7}"/>
    <dgm:cxn modelId="{2A7CE061-EEBD-4DF1-AF69-2E65F4F8D041}" srcId="{D590A3DF-C45B-4C3E-9991-291C0F7412A1}" destId="{DA2B23A4-F992-4D91-B704-1C6B09DFB8D1}" srcOrd="0" destOrd="0" parTransId="{2529FD8D-C144-4354-A1FB-A131E89E5BC7}" sibTransId="{65A20B51-DE62-44AF-A2B1-74C2F33D9263}"/>
    <dgm:cxn modelId="{CA52054D-C783-4F5B-93F4-A8F4743EC4FC}" type="presOf" srcId="{DA2B23A4-F992-4D91-B704-1C6B09DFB8D1}" destId="{C6AA28AC-2353-4967-BFD9-BADA853DE6DF}" srcOrd="0" destOrd="0" presId="urn:microsoft.com/office/officeart/2005/8/layout/vList2"/>
    <dgm:cxn modelId="{32E65C51-C2B1-4E10-A02F-2EB501403929}" type="presOf" srcId="{CF460312-2FAE-46CA-8479-0088152FDA32}" destId="{7CA05859-1986-4996-A83D-1E522AFA002B}" srcOrd="0" destOrd="0" presId="urn:microsoft.com/office/officeart/2005/8/layout/vList2"/>
    <dgm:cxn modelId="{5B227651-F014-4C20-A652-831C4D9FA46F}" srcId="{D590A3DF-C45B-4C3E-9991-291C0F7412A1}" destId="{E9B682F5-BE0A-4385-BC3B-74FA376CD479}" srcOrd="2" destOrd="0" parTransId="{E483F237-6AE8-4992-977A-99B23F7B9380}" sibTransId="{4CB5163F-FE52-4DFA-9462-F61FEA4CAE12}"/>
    <dgm:cxn modelId="{E1EF358E-C6D1-45F4-B7B9-3EA326C4C79C}" type="presOf" srcId="{04F10A6B-27BF-48C0-9CBB-5D84BF3C4228}" destId="{BC2E3745-8480-4037-8A49-91917F82799B}" srcOrd="0" destOrd="0" presId="urn:microsoft.com/office/officeart/2005/8/layout/vList2"/>
    <dgm:cxn modelId="{FAE3B6B9-4514-4930-859B-E0764F56313E}" type="presOf" srcId="{D590A3DF-C45B-4C3E-9991-291C0F7412A1}" destId="{9ECD0A6A-BE82-4FF6-A63D-BA4D6D7390C2}" srcOrd="0" destOrd="0" presId="urn:microsoft.com/office/officeart/2005/8/layout/vList2"/>
    <dgm:cxn modelId="{F82D1C66-092F-4DE9-A26A-C20F515BD8E4}" type="presParOf" srcId="{9ECD0A6A-BE82-4FF6-A63D-BA4D6D7390C2}" destId="{C6AA28AC-2353-4967-BFD9-BADA853DE6DF}" srcOrd="0" destOrd="0" presId="urn:microsoft.com/office/officeart/2005/8/layout/vList2"/>
    <dgm:cxn modelId="{BB4BCEB9-0886-47F1-947B-0DFA9C375986}" type="presParOf" srcId="{9ECD0A6A-BE82-4FF6-A63D-BA4D6D7390C2}" destId="{3479CBEA-C200-4328-9744-48F0638DE3B8}" srcOrd="1" destOrd="0" presId="urn:microsoft.com/office/officeart/2005/8/layout/vList2"/>
    <dgm:cxn modelId="{F11FC536-5354-4593-A9D2-357F2CFA8822}" type="presParOf" srcId="{9ECD0A6A-BE82-4FF6-A63D-BA4D6D7390C2}" destId="{BC2E3745-8480-4037-8A49-91917F82799B}" srcOrd="2" destOrd="0" presId="urn:microsoft.com/office/officeart/2005/8/layout/vList2"/>
    <dgm:cxn modelId="{36F8DBE9-E089-4662-8C1C-41EDE4C2D626}" type="presParOf" srcId="{9ECD0A6A-BE82-4FF6-A63D-BA4D6D7390C2}" destId="{8C71F615-C755-424F-B91A-6F06F98F6800}" srcOrd="3" destOrd="0" presId="urn:microsoft.com/office/officeart/2005/8/layout/vList2"/>
    <dgm:cxn modelId="{BE1D0526-D489-4113-92D1-0D3C1AFBF64E}" type="presParOf" srcId="{9ECD0A6A-BE82-4FF6-A63D-BA4D6D7390C2}" destId="{B5224F32-20AA-432F-BE6C-6F589D805D3D}" srcOrd="4" destOrd="0" presId="urn:microsoft.com/office/officeart/2005/8/layout/vList2"/>
    <dgm:cxn modelId="{0F912B2D-7081-4E24-99B5-7FD67A10B750}" type="presParOf" srcId="{9ECD0A6A-BE82-4FF6-A63D-BA4D6D7390C2}" destId="{7CA05859-1986-4996-A83D-1E522AFA002B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590A3DF-C45B-4C3E-9991-291C0F7412A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A2B23A4-F992-4D91-B704-1C6B09DFB8D1}">
      <dgm:prSet/>
      <dgm:spPr/>
      <dgm:t>
        <a:bodyPr/>
        <a:lstStyle/>
        <a:p>
          <a:r>
            <a:rPr lang="en-US"/>
            <a:t>Uses past values and errors to predict future steps</a:t>
          </a:r>
        </a:p>
      </dgm:t>
    </dgm:pt>
    <dgm:pt modelId="{2529FD8D-C144-4354-A1FB-A131E89E5BC7}" type="parTrans" cxnId="{2A7CE061-EEBD-4DF1-AF69-2E65F4F8D041}">
      <dgm:prSet/>
      <dgm:spPr/>
      <dgm:t>
        <a:bodyPr/>
        <a:lstStyle/>
        <a:p>
          <a:endParaRPr lang="en-US"/>
        </a:p>
      </dgm:t>
    </dgm:pt>
    <dgm:pt modelId="{65A20B51-DE62-44AF-A2B1-74C2F33D9263}" type="sibTrans" cxnId="{2A7CE061-EEBD-4DF1-AF69-2E65F4F8D041}">
      <dgm:prSet/>
      <dgm:spPr/>
      <dgm:t>
        <a:bodyPr/>
        <a:lstStyle/>
        <a:p>
          <a:endParaRPr lang="en-US"/>
        </a:p>
      </dgm:t>
    </dgm:pt>
    <dgm:pt modelId="{04F10A6B-27BF-48C0-9CBB-5D84BF3C4228}">
      <dgm:prSet/>
      <dgm:spPr/>
      <dgm:t>
        <a:bodyPr/>
        <a:lstStyle/>
        <a:p>
          <a:r>
            <a:rPr lang="en-US"/>
            <a:t>First model used as a baseline to compare others to</a:t>
          </a:r>
        </a:p>
      </dgm:t>
    </dgm:pt>
    <dgm:pt modelId="{6864003E-34B7-475E-B6EB-5E0C5AE24C3B}" type="parTrans" cxnId="{06578805-9B92-4E26-90F4-8C7CD46A2BBB}">
      <dgm:prSet/>
      <dgm:spPr/>
      <dgm:t>
        <a:bodyPr/>
        <a:lstStyle/>
        <a:p>
          <a:endParaRPr lang="en-US"/>
        </a:p>
      </dgm:t>
    </dgm:pt>
    <dgm:pt modelId="{81559C8F-83E0-416B-91AE-62657278FB8A}" type="sibTrans" cxnId="{06578805-9B92-4E26-90F4-8C7CD46A2BBB}">
      <dgm:prSet/>
      <dgm:spPr/>
      <dgm:t>
        <a:bodyPr/>
        <a:lstStyle/>
        <a:p>
          <a:endParaRPr lang="en-US"/>
        </a:p>
      </dgm:t>
    </dgm:pt>
    <dgm:pt modelId="{E9B682F5-BE0A-4385-BC3B-74FA376CD479}">
      <dgm:prSet/>
      <dgm:spPr/>
      <dgm:t>
        <a:bodyPr/>
        <a:lstStyle/>
        <a:p>
          <a:r>
            <a:rPr lang="en-US"/>
            <a:t>Useful on aggregated data (e.g. total sales per day)</a:t>
          </a:r>
        </a:p>
      </dgm:t>
    </dgm:pt>
    <dgm:pt modelId="{E483F237-6AE8-4992-977A-99B23F7B9380}" type="parTrans" cxnId="{5B227651-F014-4C20-A652-831C4D9FA46F}">
      <dgm:prSet/>
      <dgm:spPr/>
      <dgm:t>
        <a:bodyPr/>
        <a:lstStyle/>
        <a:p>
          <a:endParaRPr lang="en-US"/>
        </a:p>
      </dgm:t>
    </dgm:pt>
    <dgm:pt modelId="{4CB5163F-FE52-4DFA-9462-F61FEA4CAE12}" type="sibTrans" cxnId="{5B227651-F014-4C20-A652-831C4D9FA46F}">
      <dgm:prSet/>
      <dgm:spPr/>
      <dgm:t>
        <a:bodyPr/>
        <a:lstStyle/>
        <a:p>
          <a:endParaRPr lang="en-US"/>
        </a:p>
      </dgm:t>
    </dgm:pt>
    <dgm:pt modelId="{CF460312-2FAE-46CA-8479-0088152FDA32}">
      <dgm:prSet/>
      <dgm:spPr/>
      <dgm:t>
        <a:bodyPr/>
        <a:lstStyle/>
        <a:p>
          <a:r>
            <a:rPr lang="en-US"/>
            <a:t>Less useful for individual items</a:t>
          </a:r>
        </a:p>
      </dgm:t>
    </dgm:pt>
    <dgm:pt modelId="{6A1D2700-DEA4-45D3-B7BF-6F33174E215C}" type="parTrans" cxnId="{95D03929-1E1A-40D5-BEC7-F482F7FD3492}">
      <dgm:prSet/>
      <dgm:spPr/>
      <dgm:t>
        <a:bodyPr/>
        <a:lstStyle/>
        <a:p>
          <a:endParaRPr lang="en-US"/>
        </a:p>
      </dgm:t>
    </dgm:pt>
    <dgm:pt modelId="{9F3CFD97-F4D5-4A16-95E3-8B3131824BC7}" type="sibTrans" cxnId="{95D03929-1E1A-40D5-BEC7-F482F7FD3492}">
      <dgm:prSet/>
      <dgm:spPr/>
      <dgm:t>
        <a:bodyPr/>
        <a:lstStyle/>
        <a:p>
          <a:endParaRPr lang="en-US"/>
        </a:p>
      </dgm:t>
    </dgm:pt>
    <dgm:pt modelId="{9ECD0A6A-BE82-4FF6-A63D-BA4D6D7390C2}" type="pres">
      <dgm:prSet presAssocID="{D590A3DF-C45B-4C3E-9991-291C0F7412A1}" presName="linear" presStyleCnt="0">
        <dgm:presLayoutVars>
          <dgm:animLvl val="lvl"/>
          <dgm:resizeHandles val="exact"/>
        </dgm:presLayoutVars>
      </dgm:prSet>
      <dgm:spPr/>
    </dgm:pt>
    <dgm:pt modelId="{C6AA28AC-2353-4967-BFD9-BADA853DE6DF}" type="pres">
      <dgm:prSet presAssocID="{DA2B23A4-F992-4D91-B704-1C6B09DFB8D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479CBEA-C200-4328-9744-48F0638DE3B8}" type="pres">
      <dgm:prSet presAssocID="{65A20B51-DE62-44AF-A2B1-74C2F33D9263}" presName="spacer" presStyleCnt="0"/>
      <dgm:spPr/>
    </dgm:pt>
    <dgm:pt modelId="{BC2E3745-8480-4037-8A49-91917F82799B}" type="pres">
      <dgm:prSet presAssocID="{04F10A6B-27BF-48C0-9CBB-5D84BF3C422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C71F615-C755-424F-B91A-6F06F98F6800}" type="pres">
      <dgm:prSet presAssocID="{81559C8F-83E0-416B-91AE-62657278FB8A}" presName="spacer" presStyleCnt="0"/>
      <dgm:spPr/>
    </dgm:pt>
    <dgm:pt modelId="{B5224F32-20AA-432F-BE6C-6F589D805D3D}" type="pres">
      <dgm:prSet presAssocID="{E9B682F5-BE0A-4385-BC3B-74FA376CD47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CA05859-1986-4996-A83D-1E522AFA002B}" type="pres">
      <dgm:prSet presAssocID="{E9B682F5-BE0A-4385-BC3B-74FA376CD479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6578805-9B92-4E26-90F4-8C7CD46A2BBB}" srcId="{D590A3DF-C45B-4C3E-9991-291C0F7412A1}" destId="{04F10A6B-27BF-48C0-9CBB-5D84BF3C4228}" srcOrd="1" destOrd="0" parTransId="{6864003E-34B7-475E-B6EB-5E0C5AE24C3B}" sibTransId="{81559C8F-83E0-416B-91AE-62657278FB8A}"/>
    <dgm:cxn modelId="{08C2421B-F433-4DC4-8577-8BD644C3E27E}" type="presOf" srcId="{E9B682F5-BE0A-4385-BC3B-74FA376CD479}" destId="{B5224F32-20AA-432F-BE6C-6F589D805D3D}" srcOrd="0" destOrd="0" presId="urn:microsoft.com/office/officeart/2005/8/layout/vList2"/>
    <dgm:cxn modelId="{95D03929-1E1A-40D5-BEC7-F482F7FD3492}" srcId="{E9B682F5-BE0A-4385-BC3B-74FA376CD479}" destId="{CF460312-2FAE-46CA-8479-0088152FDA32}" srcOrd="0" destOrd="0" parTransId="{6A1D2700-DEA4-45D3-B7BF-6F33174E215C}" sibTransId="{9F3CFD97-F4D5-4A16-95E3-8B3131824BC7}"/>
    <dgm:cxn modelId="{2A7CE061-EEBD-4DF1-AF69-2E65F4F8D041}" srcId="{D590A3DF-C45B-4C3E-9991-291C0F7412A1}" destId="{DA2B23A4-F992-4D91-B704-1C6B09DFB8D1}" srcOrd="0" destOrd="0" parTransId="{2529FD8D-C144-4354-A1FB-A131E89E5BC7}" sibTransId="{65A20B51-DE62-44AF-A2B1-74C2F33D9263}"/>
    <dgm:cxn modelId="{CA52054D-C783-4F5B-93F4-A8F4743EC4FC}" type="presOf" srcId="{DA2B23A4-F992-4D91-B704-1C6B09DFB8D1}" destId="{C6AA28AC-2353-4967-BFD9-BADA853DE6DF}" srcOrd="0" destOrd="0" presId="urn:microsoft.com/office/officeart/2005/8/layout/vList2"/>
    <dgm:cxn modelId="{32E65C51-C2B1-4E10-A02F-2EB501403929}" type="presOf" srcId="{CF460312-2FAE-46CA-8479-0088152FDA32}" destId="{7CA05859-1986-4996-A83D-1E522AFA002B}" srcOrd="0" destOrd="0" presId="urn:microsoft.com/office/officeart/2005/8/layout/vList2"/>
    <dgm:cxn modelId="{5B227651-F014-4C20-A652-831C4D9FA46F}" srcId="{D590A3DF-C45B-4C3E-9991-291C0F7412A1}" destId="{E9B682F5-BE0A-4385-BC3B-74FA376CD479}" srcOrd="2" destOrd="0" parTransId="{E483F237-6AE8-4992-977A-99B23F7B9380}" sibTransId="{4CB5163F-FE52-4DFA-9462-F61FEA4CAE12}"/>
    <dgm:cxn modelId="{E1EF358E-C6D1-45F4-B7B9-3EA326C4C79C}" type="presOf" srcId="{04F10A6B-27BF-48C0-9CBB-5D84BF3C4228}" destId="{BC2E3745-8480-4037-8A49-91917F82799B}" srcOrd="0" destOrd="0" presId="urn:microsoft.com/office/officeart/2005/8/layout/vList2"/>
    <dgm:cxn modelId="{FAE3B6B9-4514-4930-859B-E0764F56313E}" type="presOf" srcId="{D590A3DF-C45B-4C3E-9991-291C0F7412A1}" destId="{9ECD0A6A-BE82-4FF6-A63D-BA4D6D7390C2}" srcOrd="0" destOrd="0" presId="urn:microsoft.com/office/officeart/2005/8/layout/vList2"/>
    <dgm:cxn modelId="{F82D1C66-092F-4DE9-A26A-C20F515BD8E4}" type="presParOf" srcId="{9ECD0A6A-BE82-4FF6-A63D-BA4D6D7390C2}" destId="{C6AA28AC-2353-4967-BFD9-BADA853DE6DF}" srcOrd="0" destOrd="0" presId="urn:microsoft.com/office/officeart/2005/8/layout/vList2"/>
    <dgm:cxn modelId="{BB4BCEB9-0886-47F1-947B-0DFA9C375986}" type="presParOf" srcId="{9ECD0A6A-BE82-4FF6-A63D-BA4D6D7390C2}" destId="{3479CBEA-C200-4328-9744-48F0638DE3B8}" srcOrd="1" destOrd="0" presId="urn:microsoft.com/office/officeart/2005/8/layout/vList2"/>
    <dgm:cxn modelId="{F11FC536-5354-4593-A9D2-357F2CFA8822}" type="presParOf" srcId="{9ECD0A6A-BE82-4FF6-A63D-BA4D6D7390C2}" destId="{BC2E3745-8480-4037-8A49-91917F82799B}" srcOrd="2" destOrd="0" presId="urn:microsoft.com/office/officeart/2005/8/layout/vList2"/>
    <dgm:cxn modelId="{36F8DBE9-E089-4662-8C1C-41EDE4C2D626}" type="presParOf" srcId="{9ECD0A6A-BE82-4FF6-A63D-BA4D6D7390C2}" destId="{8C71F615-C755-424F-B91A-6F06F98F6800}" srcOrd="3" destOrd="0" presId="urn:microsoft.com/office/officeart/2005/8/layout/vList2"/>
    <dgm:cxn modelId="{BE1D0526-D489-4113-92D1-0D3C1AFBF64E}" type="presParOf" srcId="{9ECD0A6A-BE82-4FF6-A63D-BA4D6D7390C2}" destId="{B5224F32-20AA-432F-BE6C-6F589D805D3D}" srcOrd="4" destOrd="0" presId="urn:microsoft.com/office/officeart/2005/8/layout/vList2"/>
    <dgm:cxn modelId="{0F912B2D-7081-4E24-99B5-7FD67A10B750}" type="presParOf" srcId="{9ECD0A6A-BE82-4FF6-A63D-BA4D6D7390C2}" destId="{7CA05859-1986-4996-A83D-1E522AFA002B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590A3DF-C45B-4C3E-9991-291C0F7412A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A2B23A4-F992-4D91-B704-1C6B09DFB8D1}">
      <dgm:prSet/>
      <dgm:spPr/>
      <dgm:t>
        <a:bodyPr/>
        <a:lstStyle/>
        <a:p>
          <a:r>
            <a:rPr lang="en-US"/>
            <a:t>Uses past values and errors to predict future steps</a:t>
          </a:r>
        </a:p>
      </dgm:t>
    </dgm:pt>
    <dgm:pt modelId="{2529FD8D-C144-4354-A1FB-A131E89E5BC7}" type="parTrans" cxnId="{2A7CE061-EEBD-4DF1-AF69-2E65F4F8D041}">
      <dgm:prSet/>
      <dgm:spPr/>
      <dgm:t>
        <a:bodyPr/>
        <a:lstStyle/>
        <a:p>
          <a:endParaRPr lang="en-US"/>
        </a:p>
      </dgm:t>
    </dgm:pt>
    <dgm:pt modelId="{65A20B51-DE62-44AF-A2B1-74C2F33D9263}" type="sibTrans" cxnId="{2A7CE061-EEBD-4DF1-AF69-2E65F4F8D041}">
      <dgm:prSet/>
      <dgm:spPr/>
      <dgm:t>
        <a:bodyPr/>
        <a:lstStyle/>
        <a:p>
          <a:endParaRPr lang="en-US"/>
        </a:p>
      </dgm:t>
    </dgm:pt>
    <dgm:pt modelId="{04F10A6B-27BF-48C0-9CBB-5D84BF3C4228}">
      <dgm:prSet/>
      <dgm:spPr/>
      <dgm:t>
        <a:bodyPr/>
        <a:lstStyle/>
        <a:p>
          <a:r>
            <a:rPr lang="en-US"/>
            <a:t>First model used as a baseline to compare others to</a:t>
          </a:r>
        </a:p>
      </dgm:t>
    </dgm:pt>
    <dgm:pt modelId="{6864003E-34B7-475E-B6EB-5E0C5AE24C3B}" type="parTrans" cxnId="{06578805-9B92-4E26-90F4-8C7CD46A2BBB}">
      <dgm:prSet/>
      <dgm:spPr/>
      <dgm:t>
        <a:bodyPr/>
        <a:lstStyle/>
        <a:p>
          <a:endParaRPr lang="en-US"/>
        </a:p>
      </dgm:t>
    </dgm:pt>
    <dgm:pt modelId="{81559C8F-83E0-416B-91AE-62657278FB8A}" type="sibTrans" cxnId="{06578805-9B92-4E26-90F4-8C7CD46A2BBB}">
      <dgm:prSet/>
      <dgm:spPr/>
      <dgm:t>
        <a:bodyPr/>
        <a:lstStyle/>
        <a:p>
          <a:endParaRPr lang="en-US"/>
        </a:p>
      </dgm:t>
    </dgm:pt>
    <dgm:pt modelId="{E9B682F5-BE0A-4385-BC3B-74FA376CD479}">
      <dgm:prSet/>
      <dgm:spPr/>
      <dgm:t>
        <a:bodyPr/>
        <a:lstStyle/>
        <a:p>
          <a:r>
            <a:rPr lang="en-US"/>
            <a:t>Useful on aggregated data (e.g. total sales per day)</a:t>
          </a:r>
        </a:p>
      </dgm:t>
    </dgm:pt>
    <dgm:pt modelId="{E483F237-6AE8-4992-977A-99B23F7B9380}" type="parTrans" cxnId="{5B227651-F014-4C20-A652-831C4D9FA46F}">
      <dgm:prSet/>
      <dgm:spPr/>
      <dgm:t>
        <a:bodyPr/>
        <a:lstStyle/>
        <a:p>
          <a:endParaRPr lang="en-US"/>
        </a:p>
      </dgm:t>
    </dgm:pt>
    <dgm:pt modelId="{4CB5163F-FE52-4DFA-9462-F61FEA4CAE12}" type="sibTrans" cxnId="{5B227651-F014-4C20-A652-831C4D9FA46F}">
      <dgm:prSet/>
      <dgm:spPr/>
      <dgm:t>
        <a:bodyPr/>
        <a:lstStyle/>
        <a:p>
          <a:endParaRPr lang="en-US"/>
        </a:p>
      </dgm:t>
    </dgm:pt>
    <dgm:pt modelId="{CF460312-2FAE-46CA-8479-0088152FDA32}">
      <dgm:prSet/>
      <dgm:spPr/>
      <dgm:t>
        <a:bodyPr/>
        <a:lstStyle/>
        <a:p>
          <a:r>
            <a:rPr lang="en-US"/>
            <a:t>Less useful for individual items</a:t>
          </a:r>
        </a:p>
      </dgm:t>
    </dgm:pt>
    <dgm:pt modelId="{6A1D2700-DEA4-45D3-B7BF-6F33174E215C}" type="parTrans" cxnId="{95D03929-1E1A-40D5-BEC7-F482F7FD3492}">
      <dgm:prSet/>
      <dgm:spPr/>
      <dgm:t>
        <a:bodyPr/>
        <a:lstStyle/>
        <a:p>
          <a:endParaRPr lang="en-US"/>
        </a:p>
      </dgm:t>
    </dgm:pt>
    <dgm:pt modelId="{9F3CFD97-F4D5-4A16-95E3-8B3131824BC7}" type="sibTrans" cxnId="{95D03929-1E1A-40D5-BEC7-F482F7FD3492}">
      <dgm:prSet/>
      <dgm:spPr/>
      <dgm:t>
        <a:bodyPr/>
        <a:lstStyle/>
        <a:p>
          <a:endParaRPr lang="en-US"/>
        </a:p>
      </dgm:t>
    </dgm:pt>
    <dgm:pt modelId="{9ECD0A6A-BE82-4FF6-A63D-BA4D6D7390C2}" type="pres">
      <dgm:prSet presAssocID="{D590A3DF-C45B-4C3E-9991-291C0F7412A1}" presName="linear" presStyleCnt="0">
        <dgm:presLayoutVars>
          <dgm:animLvl val="lvl"/>
          <dgm:resizeHandles val="exact"/>
        </dgm:presLayoutVars>
      </dgm:prSet>
      <dgm:spPr/>
    </dgm:pt>
    <dgm:pt modelId="{C6AA28AC-2353-4967-BFD9-BADA853DE6DF}" type="pres">
      <dgm:prSet presAssocID="{DA2B23A4-F992-4D91-B704-1C6B09DFB8D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479CBEA-C200-4328-9744-48F0638DE3B8}" type="pres">
      <dgm:prSet presAssocID="{65A20B51-DE62-44AF-A2B1-74C2F33D9263}" presName="spacer" presStyleCnt="0"/>
      <dgm:spPr/>
    </dgm:pt>
    <dgm:pt modelId="{BC2E3745-8480-4037-8A49-91917F82799B}" type="pres">
      <dgm:prSet presAssocID="{04F10A6B-27BF-48C0-9CBB-5D84BF3C422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C71F615-C755-424F-B91A-6F06F98F6800}" type="pres">
      <dgm:prSet presAssocID="{81559C8F-83E0-416B-91AE-62657278FB8A}" presName="spacer" presStyleCnt="0"/>
      <dgm:spPr/>
    </dgm:pt>
    <dgm:pt modelId="{B5224F32-20AA-432F-BE6C-6F589D805D3D}" type="pres">
      <dgm:prSet presAssocID="{E9B682F5-BE0A-4385-BC3B-74FA376CD47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CA05859-1986-4996-A83D-1E522AFA002B}" type="pres">
      <dgm:prSet presAssocID="{E9B682F5-BE0A-4385-BC3B-74FA376CD479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6578805-9B92-4E26-90F4-8C7CD46A2BBB}" srcId="{D590A3DF-C45B-4C3E-9991-291C0F7412A1}" destId="{04F10A6B-27BF-48C0-9CBB-5D84BF3C4228}" srcOrd="1" destOrd="0" parTransId="{6864003E-34B7-475E-B6EB-5E0C5AE24C3B}" sibTransId="{81559C8F-83E0-416B-91AE-62657278FB8A}"/>
    <dgm:cxn modelId="{08C2421B-F433-4DC4-8577-8BD644C3E27E}" type="presOf" srcId="{E9B682F5-BE0A-4385-BC3B-74FA376CD479}" destId="{B5224F32-20AA-432F-BE6C-6F589D805D3D}" srcOrd="0" destOrd="0" presId="urn:microsoft.com/office/officeart/2005/8/layout/vList2"/>
    <dgm:cxn modelId="{95D03929-1E1A-40D5-BEC7-F482F7FD3492}" srcId="{E9B682F5-BE0A-4385-BC3B-74FA376CD479}" destId="{CF460312-2FAE-46CA-8479-0088152FDA32}" srcOrd="0" destOrd="0" parTransId="{6A1D2700-DEA4-45D3-B7BF-6F33174E215C}" sibTransId="{9F3CFD97-F4D5-4A16-95E3-8B3131824BC7}"/>
    <dgm:cxn modelId="{2A7CE061-EEBD-4DF1-AF69-2E65F4F8D041}" srcId="{D590A3DF-C45B-4C3E-9991-291C0F7412A1}" destId="{DA2B23A4-F992-4D91-B704-1C6B09DFB8D1}" srcOrd="0" destOrd="0" parTransId="{2529FD8D-C144-4354-A1FB-A131E89E5BC7}" sibTransId="{65A20B51-DE62-44AF-A2B1-74C2F33D9263}"/>
    <dgm:cxn modelId="{CA52054D-C783-4F5B-93F4-A8F4743EC4FC}" type="presOf" srcId="{DA2B23A4-F992-4D91-B704-1C6B09DFB8D1}" destId="{C6AA28AC-2353-4967-BFD9-BADA853DE6DF}" srcOrd="0" destOrd="0" presId="urn:microsoft.com/office/officeart/2005/8/layout/vList2"/>
    <dgm:cxn modelId="{32E65C51-C2B1-4E10-A02F-2EB501403929}" type="presOf" srcId="{CF460312-2FAE-46CA-8479-0088152FDA32}" destId="{7CA05859-1986-4996-A83D-1E522AFA002B}" srcOrd="0" destOrd="0" presId="urn:microsoft.com/office/officeart/2005/8/layout/vList2"/>
    <dgm:cxn modelId="{5B227651-F014-4C20-A652-831C4D9FA46F}" srcId="{D590A3DF-C45B-4C3E-9991-291C0F7412A1}" destId="{E9B682F5-BE0A-4385-BC3B-74FA376CD479}" srcOrd="2" destOrd="0" parTransId="{E483F237-6AE8-4992-977A-99B23F7B9380}" sibTransId="{4CB5163F-FE52-4DFA-9462-F61FEA4CAE12}"/>
    <dgm:cxn modelId="{E1EF358E-C6D1-45F4-B7B9-3EA326C4C79C}" type="presOf" srcId="{04F10A6B-27BF-48C0-9CBB-5D84BF3C4228}" destId="{BC2E3745-8480-4037-8A49-91917F82799B}" srcOrd="0" destOrd="0" presId="urn:microsoft.com/office/officeart/2005/8/layout/vList2"/>
    <dgm:cxn modelId="{FAE3B6B9-4514-4930-859B-E0764F56313E}" type="presOf" srcId="{D590A3DF-C45B-4C3E-9991-291C0F7412A1}" destId="{9ECD0A6A-BE82-4FF6-A63D-BA4D6D7390C2}" srcOrd="0" destOrd="0" presId="urn:microsoft.com/office/officeart/2005/8/layout/vList2"/>
    <dgm:cxn modelId="{F82D1C66-092F-4DE9-A26A-C20F515BD8E4}" type="presParOf" srcId="{9ECD0A6A-BE82-4FF6-A63D-BA4D6D7390C2}" destId="{C6AA28AC-2353-4967-BFD9-BADA853DE6DF}" srcOrd="0" destOrd="0" presId="urn:microsoft.com/office/officeart/2005/8/layout/vList2"/>
    <dgm:cxn modelId="{BB4BCEB9-0886-47F1-947B-0DFA9C375986}" type="presParOf" srcId="{9ECD0A6A-BE82-4FF6-A63D-BA4D6D7390C2}" destId="{3479CBEA-C200-4328-9744-48F0638DE3B8}" srcOrd="1" destOrd="0" presId="urn:microsoft.com/office/officeart/2005/8/layout/vList2"/>
    <dgm:cxn modelId="{F11FC536-5354-4593-A9D2-357F2CFA8822}" type="presParOf" srcId="{9ECD0A6A-BE82-4FF6-A63D-BA4D6D7390C2}" destId="{BC2E3745-8480-4037-8A49-91917F82799B}" srcOrd="2" destOrd="0" presId="urn:microsoft.com/office/officeart/2005/8/layout/vList2"/>
    <dgm:cxn modelId="{36F8DBE9-E089-4662-8C1C-41EDE4C2D626}" type="presParOf" srcId="{9ECD0A6A-BE82-4FF6-A63D-BA4D6D7390C2}" destId="{8C71F615-C755-424F-B91A-6F06F98F6800}" srcOrd="3" destOrd="0" presId="urn:microsoft.com/office/officeart/2005/8/layout/vList2"/>
    <dgm:cxn modelId="{BE1D0526-D489-4113-92D1-0D3C1AFBF64E}" type="presParOf" srcId="{9ECD0A6A-BE82-4FF6-A63D-BA4D6D7390C2}" destId="{B5224F32-20AA-432F-BE6C-6F589D805D3D}" srcOrd="4" destOrd="0" presId="urn:microsoft.com/office/officeart/2005/8/layout/vList2"/>
    <dgm:cxn modelId="{0F912B2D-7081-4E24-99B5-7FD67A10B750}" type="presParOf" srcId="{9ECD0A6A-BE82-4FF6-A63D-BA4D6D7390C2}" destId="{7CA05859-1986-4996-A83D-1E522AFA002B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590A3DF-C45B-4C3E-9991-291C0F7412A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A2B23A4-F992-4D91-B704-1C6B09DFB8D1}">
      <dgm:prSet/>
      <dgm:spPr/>
      <dgm:t>
        <a:bodyPr/>
        <a:lstStyle/>
        <a:p>
          <a:r>
            <a:rPr lang="en-US"/>
            <a:t>Uses past values and errors to predict future steps</a:t>
          </a:r>
        </a:p>
      </dgm:t>
    </dgm:pt>
    <dgm:pt modelId="{2529FD8D-C144-4354-A1FB-A131E89E5BC7}" type="parTrans" cxnId="{2A7CE061-EEBD-4DF1-AF69-2E65F4F8D041}">
      <dgm:prSet/>
      <dgm:spPr/>
      <dgm:t>
        <a:bodyPr/>
        <a:lstStyle/>
        <a:p>
          <a:endParaRPr lang="en-US"/>
        </a:p>
      </dgm:t>
    </dgm:pt>
    <dgm:pt modelId="{65A20B51-DE62-44AF-A2B1-74C2F33D9263}" type="sibTrans" cxnId="{2A7CE061-EEBD-4DF1-AF69-2E65F4F8D041}">
      <dgm:prSet/>
      <dgm:spPr/>
      <dgm:t>
        <a:bodyPr/>
        <a:lstStyle/>
        <a:p>
          <a:endParaRPr lang="en-US"/>
        </a:p>
      </dgm:t>
    </dgm:pt>
    <dgm:pt modelId="{04F10A6B-27BF-48C0-9CBB-5D84BF3C4228}">
      <dgm:prSet/>
      <dgm:spPr/>
      <dgm:t>
        <a:bodyPr/>
        <a:lstStyle/>
        <a:p>
          <a:r>
            <a:rPr lang="en-US"/>
            <a:t>First model used as a baseline to compare others to</a:t>
          </a:r>
        </a:p>
      </dgm:t>
    </dgm:pt>
    <dgm:pt modelId="{6864003E-34B7-475E-B6EB-5E0C5AE24C3B}" type="parTrans" cxnId="{06578805-9B92-4E26-90F4-8C7CD46A2BBB}">
      <dgm:prSet/>
      <dgm:spPr/>
      <dgm:t>
        <a:bodyPr/>
        <a:lstStyle/>
        <a:p>
          <a:endParaRPr lang="en-US"/>
        </a:p>
      </dgm:t>
    </dgm:pt>
    <dgm:pt modelId="{81559C8F-83E0-416B-91AE-62657278FB8A}" type="sibTrans" cxnId="{06578805-9B92-4E26-90F4-8C7CD46A2BBB}">
      <dgm:prSet/>
      <dgm:spPr/>
      <dgm:t>
        <a:bodyPr/>
        <a:lstStyle/>
        <a:p>
          <a:endParaRPr lang="en-US"/>
        </a:p>
      </dgm:t>
    </dgm:pt>
    <dgm:pt modelId="{E9B682F5-BE0A-4385-BC3B-74FA376CD479}">
      <dgm:prSet/>
      <dgm:spPr/>
      <dgm:t>
        <a:bodyPr/>
        <a:lstStyle/>
        <a:p>
          <a:r>
            <a:rPr lang="en-US"/>
            <a:t>Useful on aggregated data (e.g. total sales per day)</a:t>
          </a:r>
        </a:p>
      </dgm:t>
    </dgm:pt>
    <dgm:pt modelId="{E483F237-6AE8-4992-977A-99B23F7B9380}" type="parTrans" cxnId="{5B227651-F014-4C20-A652-831C4D9FA46F}">
      <dgm:prSet/>
      <dgm:spPr/>
      <dgm:t>
        <a:bodyPr/>
        <a:lstStyle/>
        <a:p>
          <a:endParaRPr lang="en-US"/>
        </a:p>
      </dgm:t>
    </dgm:pt>
    <dgm:pt modelId="{4CB5163F-FE52-4DFA-9462-F61FEA4CAE12}" type="sibTrans" cxnId="{5B227651-F014-4C20-A652-831C4D9FA46F}">
      <dgm:prSet/>
      <dgm:spPr/>
      <dgm:t>
        <a:bodyPr/>
        <a:lstStyle/>
        <a:p>
          <a:endParaRPr lang="en-US"/>
        </a:p>
      </dgm:t>
    </dgm:pt>
    <dgm:pt modelId="{CF460312-2FAE-46CA-8479-0088152FDA32}">
      <dgm:prSet/>
      <dgm:spPr/>
      <dgm:t>
        <a:bodyPr/>
        <a:lstStyle/>
        <a:p>
          <a:r>
            <a:rPr lang="en-US"/>
            <a:t>Less useful for individual items</a:t>
          </a:r>
        </a:p>
      </dgm:t>
    </dgm:pt>
    <dgm:pt modelId="{6A1D2700-DEA4-45D3-B7BF-6F33174E215C}" type="parTrans" cxnId="{95D03929-1E1A-40D5-BEC7-F482F7FD3492}">
      <dgm:prSet/>
      <dgm:spPr/>
      <dgm:t>
        <a:bodyPr/>
        <a:lstStyle/>
        <a:p>
          <a:endParaRPr lang="en-US"/>
        </a:p>
      </dgm:t>
    </dgm:pt>
    <dgm:pt modelId="{9F3CFD97-F4D5-4A16-95E3-8B3131824BC7}" type="sibTrans" cxnId="{95D03929-1E1A-40D5-BEC7-F482F7FD3492}">
      <dgm:prSet/>
      <dgm:spPr/>
      <dgm:t>
        <a:bodyPr/>
        <a:lstStyle/>
        <a:p>
          <a:endParaRPr lang="en-US"/>
        </a:p>
      </dgm:t>
    </dgm:pt>
    <dgm:pt modelId="{9ECD0A6A-BE82-4FF6-A63D-BA4D6D7390C2}" type="pres">
      <dgm:prSet presAssocID="{D590A3DF-C45B-4C3E-9991-291C0F7412A1}" presName="linear" presStyleCnt="0">
        <dgm:presLayoutVars>
          <dgm:animLvl val="lvl"/>
          <dgm:resizeHandles val="exact"/>
        </dgm:presLayoutVars>
      </dgm:prSet>
      <dgm:spPr/>
    </dgm:pt>
    <dgm:pt modelId="{C6AA28AC-2353-4967-BFD9-BADA853DE6DF}" type="pres">
      <dgm:prSet presAssocID="{DA2B23A4-F992-4D91-B704-1C6B09DFB8D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479CBEA-C200-4328-9744-48F0638DE3B8}" type="pres">
      <dgm:prSet presAssocID="{65A20B51-DE62-44AF-A2B1-74C2F33D9263}" presName="spacer" presStyleCnt="0"/>
      <dgm:spPr/>
    </dgm:pt>
    <dgm:pt modelId="{BC2E3745-8480-4037-8A49-91917F82799B}" type="pres">
      <dgm:prSet presAssocID="{04F10A6B-27BF-48C0-9CBB-5D84BF3C422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C71F615-C755-424F-B91A-6F06F98F6800}" type="pres">
      <dgm:prSet presAssocID="{81559C8F-83E0-416B-91AE-62657278FB8A}" presName="spacer" presStyleCnt="0"/>
      <dgm:spPr/>
    </dgm:pt>
    <dgm:pt modelId="{B5224F32-20AA-432F-BE6C-6F589D805D3D}" type="pres">
      <dgm:prSet presAssocID="{E9B682F5-BE0A-4385-BC3B-74FA376CD47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CA05859-1986-4996-A83D-1E522AFA002B}" type="pres">
      <dgm:prSet presAssocID="{E9B682F5-BE0A-4385-BC3B-74FA376CD479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6578805-9B92-4E26-90F4-8C7CD46A2BBB}" srcId="{D590A3DF-C45B-4C3E-9991-291C0F7412A1}" destId="{04F10A6B-27BF-48C0-9CBB-5D84BF3C4228}" srcOrd="1" destOrd="0" parTransId="{6864003E-34B7-475E-B6EB-5E0C5AE24C3B}" sibTransId="{81559C8F-83E0-416B-91AE-62657278FB8A}"/>
    <dgm:cxn modelId="{08C2421B-F433-4DC4-8577-8BD644C3E27E}" type="presOf" srcId="{E9B682F5-BE0A-4385-BC3B-74FA376CD479}" destId="{B5224F32-20AA-432F-BE6C-6F589D805D3D}" srcOrd="0" destOrd="0" presId="urn:microsoft.com/office/officeart/2005/8/layout/vList2"/>
    <dgm:cxn modelId="{95D03929-1E1A-40D5-BEC7-F482F7FD3492}" srcId="{E9B682F5-BE0A-4385-BC3B-74FA376CD479}" destId="{CF460312-2FAE-46CA-8479-0088152FDA32}" srcOrd="0" destOrd="0" parTransId="{6A1D2700-DEA4-45D3-B7BF-6F33174E215C}" sibTransId="{9F3CFD97-F4D5-4A16-95E3-8B3131824BC7}"/>
    <dgm:cxn modelId="{2A7CE061-EEBD-4DF1-AF69-2E65F4F8D041}" srcId="{D590A3DF-C45B-4C3E-9991-291C0F7412A1}" destId="{DA2B23A4-F992-4D91-B704-1C6B09DFB8D1}" srcOrd="0" destOrd="0" parTransId="{2529FD8D-C144-4354-A1FB-A131E89E5BC7}" sibTransId="{65A20B51-DE62-44AF-A2B1-74C2F33D9263}"/>
    <dgm:cxn modelId="{CA52054D-C783-4F5B-93F4-A8F4743EC4FC}" type="presOf" srcId="{DA2B23A4-F992-4D91-B704-1C6B09DFB8D1}" destId="{C6AA28AC-2353-4967-BFD9-BADA853DE6DF}" srcOrd="0" destOrd="0" presId="urn:microsoft.com/office/officeart/2005/8/layout/vList2"/>
    <dgm:cxn modelId="{32E65C51-C2B1-4E10-A02F-2EB501403929}" type="presOf" srcId="{CF460312-2FAE-46CA-8479-0088152FDA32}" destId="{7CA05859-1986-4996-A83D-1E522AFA002B}" srcOrd="0" destOrd="0" presId="urn:microsoft.com/office/officeart/2005/8/layout/vList2"/>
    <dgm:cxn modelId="{5B227651-F014-4C20-A652-831C4D9FA46F}" srcId="{D590A3DF-C45B-4C3E-9991-291C0F7412A1}" destId="{E9B682F5-BE0A-4385-BC3B-74FA376CD479}" srcOrd="2" destOrd="0" parTransId="{E483F237-6AE8-4992-977A-99B23F7B9380}" sibTransId="{4CB5163F-FE52-4DFA-9462-F61FEA4CAE12}"/>
    <dgm:cxn modelId="{E1EF358E-C6D1-45F4-B7B9-3EA326C4C79C}" type="presOf" srcId="{04F10A6B-27BF-48C0-9CBB-5D84BF3C4228}" destId="{BC2E3745-8480-4037-8A49-91917F82799B}" srcOrd="0" destOrd="0" presId="urn:microsoft.com/office/officeart/2005/8/layout/vList2"/>
    <dgm:cxn modelId="{FAE3B6B9-4514-4930-859B-E0764F56313E}" type="presOf" srcId="{D590A3DF-C45B-4C3E-9991-291C0F7412A1}" destId="{9ECD0A6A-BE82-4FF6-A63D-BA4D6D7390C2}" srcOrd="0" destOrd="0" presId="urn:microsoft.com/office/officeart/2005/8/layout/vList2"/>
    <dgm:cxn modelId="{F82D1C66-092F-4DE9-A26A-C20F515BD8E4}" type="presParOf" srcId="{9ECD0A6A-BE82-4FF6-A63D-BA4D6D7390C2}" destId="{C6AA28AC-2353-4967-BFD9-BADA853DE6DF}" srcOrd="0" destOrd="0" presId="urn:microsoft.com/office/officeart/2005/8/layout/vList2"/>
    <dgm:cxn modelId="{BB4BCEB9-0886-47F1-947B-0DFA9C375986}" type="presParOf" srcId="{9ECD0A6A-BE82-4FF6-A63D-BA4D6D7390C2}" destId="{3479CBEA-C200-4328-9744-48F0638DE3B8}" srcOrd="1" destOrd="0" presId="urn:microsoft.com/office/officeart/2005/8/layout/vList2"/>
    <dgm:cxn modelId="{F11FC536-5354-4593-A9D2-357F2CFA8822}" type="presParOf" srcId="{9ECD0A6A-BE82-4FF6-A63D-BA4D6D7390C2}" destId="{BC2E3745-8480-4037-8A49-91917F82799B}" srcOrd="2" destOrd="0" presId="urn:microsoft.com/office/officeart/2005/8/layout/vList2"/>
    <dgm:cxn modelId="{36F8DBE9-E089-4662-8C1C-41EDE4C2D626}" type="presParOf" srcId="{9ECD0A6A-BE82-4FF6-A63D-BA4D6D7390C2}" destId="{8C71F615-C755-424F-B91A-6F06F98F6800}" srcOrd="3" destOrd="0" presId="urn:microsoft.com/office/officeart/2005/8/layout/vList2"/>
    <dgm:cxn modelId="{BE1D0526-D489-4113-92D1-0D3C1AFBF64E}" type="presParOf" srcId="{9ECD0A6A-BE82-4FF6-A63D-BA4D6D7390C2}" destId="{B5224F32-20AA-432F-BE6C-6F589D805D3D}" srcOrd="4" destOrd="0" presId="urn:microsoft.com/office/officeart/2005/8/layout/vList2"/>
    <dgm:cxn modelId="{0F912B2D-7081-4E24-99B5-7FD67A10B750}" type="presParOf" srcId="{9ECD0A6A-BE82-4FF6-A63D-BA4D6D7390C2}" destId="{7CA05859-1986-4996-A83D-1E522AFA002B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7C10130-5DEE-4575-9882-687845BDDFD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E7B9900-A6E6-4859-AFFF-FEE9377C3BA2}">
      <dgm:prSet/>
      <dgm:spPr/>
      <dgm:t>
        <a:bodyPr/>
        <a:lstStyle/>
        <a:p>
          <a:r>
            <a:rPr lang="en-US"/>
            <a:t>Simpler does not always mean accurate</a:t>
          </a:r>
        </a:p>
      </dgm:t>
    </dgm:pt>
    <dgm:pt modelId="{A4101906-5123-4AA2-82EF-244DD48196A4}" type="parTrans" cxnId="{52C00561-7A0C-422D-A907-E264364B8ACB}">
      <dgm:prSet/>
      <dgm:spPr/>
      <dgm:t>
        <a:bodyPr/>
        <a:lstStyle/>
        <a:p>
          <a:endParaRPr lang="en-US"/>
        </a:p>
      </dgm:t>
    </dgm:pt>
    <dgm:pt modelId="{3CD30A19-FBBA-4DD3-9774-C550DCD81F6D}" type="sibTrans" cxnId="{52C00561-7A0C-422D-A907-E264364B8ACB}">
      <dgm:prSet/>
      <dgm:spPr/>
      <dgm:t>
        <a:bodyPr/>
        <a:lstStyle/>
        <a:p>
          <a:endParaRPr lang="en-US"/>
        </a:p>
      </dgm:t>
    </dgm:pt>
    <dgm:pt modelId="{29FBC859-B4D8-4E0D-AF7A-38EEB83377B3}">
      <dgm:prSet/>
      <dgm:spPr/>
      <dgm:t>
        <a:bodyPr/>
        <a:lstStyle/>
        <a:p>
          <a:r>
            <a:rPr lang="en-US"/>
            <a:t>Complexity does not always mean slower</a:t>
          </a:r>
        </a:p>
      </dgm:t>
    </dgm:pt>
    <dgm:pt modelId="{05D10561-E945-4A45-ABD4-E8020442A3E0}" type="parTrans" cxnId="{271CD57C-63BA-486D-944C-D63F7F933B85}">
      <dgm:prSet/>
      <dgm:spPr/>
      <dgm:t>
        <a:bodyPr/>
        <a:lstStyle/>
        <a:p>
          <a:endParaRPr lang="en-US"/>
        </a:p>
      </dgm:t>
    </dgm:pt>
    <dgm:pt modelId="{7E0D93E3-4128-4ABE-A9E2-A73865AEE9E8}" type="sibTrans" cxnId="{271CD57C-63BA-486D-944C-D63F7F933B85}">
      <dgm:prSet/>
      <dgm:spPr/>
      <dgm:t>
        <a:bodyPr/>
        <a:lstStyle/>
        <a:p>
          <a:endParaRPr lang="en-US"/>
        </a:p>
      </dgm:t>
    </dgm:pt>
    <dgm:pt modelId="{DFC52C55-C1D8-4660-9273-157E22D322C0}" type="pres">
      <dgm:prSet presAssocID="{F7C10130-5DEE-4575-9882-687845BDDFD6}" presName="root" presStyleCnt="0">
        <dgm:presLayoutVars>
          <dgm:dir/>
          <dgm:resizeHandles val="exact"/>
        </dgm:presLayoutVars>
      </dgm:prSet>
      <dgm:spPr/>
    </dgm:pt>
    <dgm:pt modelId="{2BB0C8D6-6214-46BE-A759-2A7399148BAE}" type="pres">
      <dgm:prSet presAssocID="{4E7B9900-A6E6-4859-AFFF-FEE9377C3BA2}" presName="compNode" presStyleCnt="0"/>
      <dgm:spPr/>
    </dgm:pt>
    <dgm:pt modelId="{1E3FFAFA-B3FB-416D-84BB-28F3A631F251}" type="pres">
      <dgm:prSet presAssocID="{4E7B9900-A6E6-4859-AFFF-FEE9377C3BA2}" presName="bgRect" presStyleLbl="bgShp" presStyleIdx="0" presStyleCnt="2"/>
      <dgm:spPr/>
    </dgm:pt>
    <dgm:pt modelId="{8A509EB5-1B39-41C8-8D16-42253E1F6E02}" type="pres">
      <dgm:prSet presAssocID="{4E7B9900-A6E6-4859-AFFF-FEE9377C3BA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241340CA-3FF6-44E2-9269-E21FD395EA4D}" type="pres">
      <dgm:prSet presAssocID="{4E7B9900-A6E6-4859-AFFF-FEE9377C3BA2}" presName="spaceRect" presStyleCnt="0"/>
      <dgm:spPr/>
    </dgm:pt>
    <dgm:pt modelId="{FF92DD17-17AD-43E2-93A6-A253B680F1EF}" type="pres">
      <dgm:prSet presAssocID="{4E7B9900-A6E6-4859-AFFF-FEE9377C3BA2}" presName="parTx" presStyleLbl="revTx" presStyleIdx="0" presStyleCnt="2">
        <dgm:presLayoutVars>
          <dgm:chMax val="0"/>
          <dgm:chPref val="0"/>
        </dgm:presLayoutVars>
      </dgm:prSet>
      <dgm:spPr/>
    </dgm:pt>
    <dgm:pt modelId="{83F575BF-8DC0-4D02-AAFC-E62BDBF406CA}" type="pres">
      <dgm:prSet presAssocID="{3CD30A19-FBBA-4DD3-9774-C550DCD81F6D}" presName="sibTrans" presStyleCnt="0"/>
      <dgm:spPr/>
    </dgm:pt>
    <dgm:pt modelId="{3C10C4F0-8361-4585-92CF-ECCA56403417}" type="pres">
      <dgm:prSet presAssocID="{29FBC859-B4D8-4E0D-AF7A-38EEB83377B3}" presName="compNode" presStyleCnt="0"/>
      <dgm:spPr/>
    </dgm:pt>
    <dgm:pt modelId="{414077CE-B4EB-46AF-8270-F910EE29FC91}" type="pres">
      <dgm:prSet presAssocID="{29FBC859-B4D8-4E0D-AF7A-38EEB83377B3}" presName="bgRect" presStyleLbl="bgShp" presStyleIdx="1" presStyleCnt="2"/>
      <dgm:spPr/>
    </dgm:pt>
    <dgm:pt modelId="{9D18E9EE-2750-446E-A11F-E81390BE855B}" type="pres">
      <dgm:prSet presAssocID="{29FBC859-B4D8-4E0D-AF7A-38EEB83377B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C4EECBEA-1D1F-40B3-9F14-27EE338F944B}" type="pres">
      <dgm:prSet presAssocID="{29FBC859-B4D8-4E0D-AF7A-38EEB83377B3}" presName="spaceRect" presStyleCnt="0"/>
      <dgm:spPr/>
    </dgm:pt>
    <dgm:pt modelId="{6D6E7AF9-FF51-4999-A452-2E0275298DC5}" type="pres">
      <dgm:prSet presAssocID="{29FBC859-B4D8-4E0D-AF7A-38EEB83377B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2C00561-7A0C-422D-A907-E264364B8ACB}" srcId="{F7C10130-5DEE-4575-9882-687845BDDFD6}" destId="{4E7B9900-A6E6-4859-AFFF-FEE9377C3BA2}" srcOrd="0" destOrd="0" parTransId="{A4101906-5123-4AA2-82EF-244DD48196A4}" sibTransId="{3CD30A19-FBBA-4DD3-9774-C550DCD81F6D}"/>
    <dgm:cxn modelId="{7C90B879-3539-49D6-910C-B3B9D79E0DCC}" type="presOf" srcId="{F7C10130-5DEE-4575-9882-687845BDDFD6}" destId="{DFC52C55-C1D8-4660-9273-157E22D322C0}" srcOrd="0" destOrd="0" presId="urn:microsoft.com/office/officeart/2018/2/layout/IconVerticalSolidList"/>
    <dgm:cxn modelId="{271CD57C-63BA-486D-944C-D63F7F933B85}" srcId="{F7C10130-5DEE-4575-9882-687845BDDFD6}" destId="{29FBC859-B4D8-4E0D-AF7A-38EEB83377B3}" srcOrd="1" destOrd="0" parTransId="{05D10561-E945-4A45-ABD4-E8020442A3E0}" sibTransId="{7E0D93E3-4128-4ABE-A9E2-A73865AEE9E8}"/>
    <dgm:cxn modelId="{E231BABE-9FC6-4980-9964-E049F7C3D41B}" type="presOf" srcId="{4E7B9900-A6E6-4859-AFFF-FEE9377C3BA2}" destId="{FF92DD17-17AD-43E2-93A6-A253B680F1EF}" srcOrd="0" destOrd="0" presId="urn:microsoft.com/office/officeart/2018/2/layout/IconVerticalSolidList"/>
    <dgm:cxn modelId="{D81D53E8-F0AB-41C1-A0D7-9B3BAF7FB7AB}" type="presOf" srcId="{29FBC859-B4D8-4E0D-AF7A-38EEB83377B3}" destId="{6D6E7AF9-FF51-4999-A452-2E0275298DC5}" srcOrd="0" destOrd="0" presId="urn:microsoft.com/office/officeart/2018/2/layout/IconVerticalSolidList"/>
    <dgm:cxn modelId="{60C8E612-1059-473B-AE0D-06C27C6D60C9}" type="presParOf" srcId="{DFC52C55-C1D8-4660-9273-157E22D322C0}" destId="{2BB0C8D6-6214-46BE-A759-2A7399148BAE}" srcOrd="0" destOrd="0" presId="urn:microsoft.com/office/officeart/2018/2/layout/IconVerticalSolidList"/>
    <dgm:cxn modelId="{9001D7A8-612C-4EEF-A9D4-81772AE38B9A}" type="presParOf" srcId="{2BB0C8D6-6214-46BE-A759-2A7399148BAE}" destId="{1E3FFAFA-B3FB-416D-84BB-28F3A631F251}" srcOrd="0" destOrd="0" presId="urn:microsoft.com/office/officeart/2018/2/layout/IconVerticalSolidList"/>
    <dgm:cxn modelId="{F21110AC-11D9-4081-9B97-DE4B2BDA4A51}" type="presParOf" srcId="{2BB0C8D6-6214-46BE-A759-2A7399148BAE}" destId="{8A509EB5-1B39-41C8-8D16-42253E1F6E02}" srcOrd="1" destOrd="0" presId="urn:microsoft.com/office/officeart/2018/2/layout/IconVerticalSolidList"/>
    <dgm:cxn modelId="{E77C974E-1A7A-4FAA-B92D-B3119CA68903}" type="presParOf" srcId="{2BB0C8D6-6214-46BE-A759-2A7399148BAE}" destId="{241340CA-3FF6-44E2-9269-E21FD395EA4D}" srcOrd="2" destOrd="0" presId="urn:microsoft.com/office/officeart/2018/2/layout/IconVerticalSolidList"/>
    <dgm:cxn modelId="{C1B00A02-AFBE-482D-B835-64E45362B175}" type="presParOf" srcId="{2BB0C8D6-6214-46BE-A759-2A7399148BAE}" destId="{FF92DD17-17AD-43E2-93A6-A253B680F1EF}" srcOrd="3" destOrd="0" presId="urn:microsoft.com/office/officeart/2018/2/layout/IconVerticalSolidList"/>
    <dgm:cxn modelId="{DA969F11-0B9A-4965-B615-A17DC35D9A69}" type="presParOf" srcId="{DFC52C55-C1D8-4660-9273-157E22D322C0}" destId="{83F575BF-8DC0-4D02-AAFC-E62BDBF406CA}" srcOrd="1" destOrd="0" presId="urn:microsoft.com/office/officeart/2018/2/layout/IconVerticalSolidList"/>
    <dgm:cxn modelId="{14E51B19-CA8A-4A8F-B774-B00AC6DEDDB6}" type="presParOf" srcId="{DFC52C55-C1D8-4660-9273-157E22D322C0}" destId="{3C10C4F0-8361-4585-92CF-ECCA56403417}" srcOrd="2" destOrd="0" presId="urn:microsoft.com/office/officeart/2018/2/layout/IconVerticalSolidList"/>
    <dgm:cxn modelId="{105222D1-A1EE-490D-B00B-7F7DB3E2D5C8}" type="presParOf" srcId="{3C10C4F0-8361-4585-92CF-ECCA56403417}" destId="{414077CE-B4EB-46AF-8270-F910EE29FC91}" srcOrd="0" destOrd="0" presId="urn:microsoft.com/office/officeart/2018/2/layout/IconVerticalSolidList"/>
    <dgm:cxn modelId="{CFA8CF61-2112-4791-B8B7-6DEEF02C379F}" type="presParOf" srcId="{3C10C4F0-8361-4585-92CF-ECCA56403417}" destId="{9D18E9EE-2750-446E-A11F-E81390BE855B}" srcOrd="1" destOrd="0" presId="urn:microsoft.com/office/officeart/2018/2/layout/IconVerticalSolidList"/>
    <dgm:cxn modelId="{6340D964-E8DF-4033-83BA-0CF0E1A3F7D1}" type="presParOf" srcId="{3C10C4F0-8361-4585-92CF-ECCA56403417}" destId="{C4EECBEA-1D1F-40B3-9F14-27EE338F944B}" srcOrd="2" destOrd="0" presId="urn:microsoft.com/office/officeart/2018/2/layout/IconVerticalSolidList"/>
    <dgm:cxn modelId="{D4007478-3B60-4A72-90C2-E389B060D53B}" type="presParOf" srcId="{3C10C4F0-8361-4585-92CF-ECCA56403417}" destId="{6D6E7AF9-FF51-4999-A452-2E0275298DC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7C10130-5DEE-4575-9882-687845BDDFD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E7B9900-A6E6-4859-AFFF-FEE9377C3BA2}">
      <dgm:prSet/>
      <dgm:spPr/>
      <dgm:t>
        <a:bodyPr/>
        <a:lstStyle/>
        <a:p>
          <a:r>
            <a:rPr lang="en-US"/>
            <a:t>Simpler does not always mean accurate</a:t>
          </a:r>
        </a:p>
      </dgm:t>
    </dgm:pt>
    <dgm:pt modelId="{A4101906-5123-4AA2-82EF-244DD48196A4}" type="parTrans" cxnId="{52C00561-7A0C-422D-A907-E264364B8ACB}">
      <dgm:prSet/>
      <dgm:spPr/>
      <dgm:t>
        <a:bodyPr/>
        <a:lstStyle/>
        <a:p>
          <a:endParaRPr lang="en-US"/>
        </a:p>
      </dgm:t>
    </dgm:pt>
    <dgm:pt modelId="{3CD30A19-FBBA-4DD3-9774-C550DCD81F6D}" type="sibTrans" cxnId="{52C00561-7A0C-422D-A907-E264364B8ACB}">
      <dgm:prSet/>
      <dgm:spPr/>
      <dgm:t>
        <a:bodyPr/>
        <a:lstStyle/>
        <a:p>
          <a:endParaRPr lang="en-US"/>
        </a:p>
      </dgm:t>
    </dgm:pt>
    <dgm:pt modelId="{29FBC859-B4D8-4E0D-AF7A-38EEB83377B3}">
      <dgm:prSet/>
      <dgm:spPr/>
      <dgm:t>
        <a:bodyPr/>
        <a:lstStyle/>
        <a:p>
          <a:r>
            <a:rPr lang="en-US"/>
            <a:t>Complexity does not always mean slower</a:t>
          </a:r>
        </a:p>
      </dgm:t>
    </dgm:pt>
    <dgm:pt modelId="{05D10561-E945-4A45-ABD4-E8020442A3E0}" type="parTrans" cxnId="{271CD57C-63BA-486D-944C-D63F7F933B85}">
      <dgm:prSet/>
      <dgm:spPr/>
      <dgm:t>
        <a:bodyPr/>
        <a:lstStyle/>
        <a:p>
          <a:endParaRPr lang="en-US"/>
        </a:p>
      </dgm:t>
    </dgm:pt>
    <dgm:pt modelId="{7E0D93E3-4128-4ABE-A9E2-A73865AEE9E8}" type="sibTrans" cxnId="{271CD57C-63BA-486D-944C-D63F7F933B85}">
      <dgm:prSet/>
      <dgm:spPr/>
      <dgm:t>
        <a:bodyPr/>
        <a:lstStyle/>
        <a:p>
          <a:endParaRPr lang="en-US"/>
        </a:p>
      </dgm:t>
    </dgm:pt>
    <dgm:pt modelId="{DFC52C55-C1D8-4660-9273-157E22D322C0}" type="pres">
      <dgm:prSet presAssocID="{F7C10130-5DEE-4575-9882-687845BDDFD6}" presName="root" presStyleCnt="0">
        <dgm:presLayoutVars>
          <dgm:dir/>
          <dgm:resizeHandles val="exact"/>
        </dgm:presLayoutVars>
      </dgm:prSet>
      <dgm:spPr/>
    </dgm:pt>
    <dgm:pt modelId="{2BB0C8D6-6214-46BE-A759-2A7399148BAE}" type="pres">
      <dgm:prSet presAssocID="{4E7B9900-A6E6-4859-AFFF-FEE9377C3BA2}" presName="compNode" presStyleCnt="0"/>
      <dgm:spPr/>
    </dgm:pt>
    <dgm:pt modelId="{1E3FFAFA-B3FB-416D-84BB-28F3A631F251}" type="pres">
      <dgm:prSet presAssocID="{4E7B9900-A6E6-4859-AFFF-FEE9377C3BA2}" presName="bgRect" presStyleLbl="bgShp" presStyleIdx="0" presStyleCnt="2"/>
      <dgm:spPr/>
    </dgm:pt>
    <dgm:pt modelId="{8A509EB5-1B39-41C8-8D16-42253E1F6E02}" type="pres">
      <dgm:prSet presAssocID="{4E7B9900-A6E6-4859-AFFF-FEE9377C3BA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241340CA-3FF6-44E2-9269-E21FD395EA4D}" type="pres">
      <dgm:prSet presAssocID="{4E7B9900-A6E6-4859-AFFF-FEE9377C3BA2}" presName="spaceRect" presStyleCnt="0"/>
      <dgm:spPr/>
    </dgm:pt>
    <dgm:pt modelId="{FF92DD17-17AD-43E2-93A6-A253B680F1EF}" type="pres">
      <dgm:prSet presAssocID="{4E7B9900-A6E6-4859-AFFF-FEE9377C3BA2}" presName="parTx" presStyleLbl="revTx" presStyleIdx="0" presStyleCnt="2">
        <dgm:presLayoutVars>
          <dgm:chMax val="0"/>
          <dgm:chPref val="0"/>
        </dgm:presLayoutVars>
      </dgm:prSet>
      <dgm:spPr/>
    </dgm:pt>
    <dgm:pt modelId="{83F575BF-8DC0-4D02-AAFC-E62BDBF406CA}" type="pres">
      <dgm:prSet presAssocID="{3CD30A19-FBBA-4DD3-9774-C550DCD81F6D}" presName="sibTrans" presStyleCnt="0"/>
      <dgm:spPr/>
    </dgm:pt>
    <dgm:pt modelId="{3C10C4F0-8361-4585-92CF-ECCA56403417}" type="pres">
      <dgm:prSet presAssocID="{29FBC859-B4D8-4E0D-AF7A-38EEB83377B3}" presName="compNode" presStyleCnt="0"/>
      <dgm:spPr/>
    </dgm:pt>
    <dgm:pt modelId="{414077CE-B4EB-46AF-8270-F910EE29FC91}" type="pres">
      <dgm:prSet presAssocID="{29FBC859-B4D8-4E0D-AF7A-38EEB83377B3}" presName="bgRect" presStyleLbl="bgShp" presStyleIdx="1" presStyleCnt="2"/>
      <dgm:spPr/>
    </dgm:pt>
    <dgm:pt modelId="{9D18E9EE-2750-446E-A11F-E81390BE855B}" type="pres">
      <dgm:prSet presAssocID="{29FBC859-B4D8-4E0D-AF7A-38EEB83377B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C4EECBEA-1D1F-40B3-9F14-27EE338F944B}" type="pres">
      <dgm:prSet presAssocID="{29FBC859-B4D8-4E0D-AF7A-38EEB83377B3}" presName="spaceRect" presStyleCnt="0"/>
      <dgm:spPr/>
    </dgm:pt>
    <dgm:pt modelId="{6D6E7AF9-FF51-4999-A452-2E0275298DC5}" type="pres">
      <dgm:prSet presAssocID="{29FBC859-B4D8-4E0D-AF7A-38EEB83377B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2C00561-7A0C-422D-A907-E264364B8ACB}" srcId="{F7C10130-5DEE-4575-9882-687845BDDFD6}" destId="{4E7B9900-A6E6-4859-AFFF-FEE9377C3BA2}" srcOrd="0" destOrd="0" parTransId="{A4101906-5123-4AA2-82EF-244DD48196A4}" sibTransId="{3CD30A19-FBBA-4DD3-9774-C550DCD81F6D}"/>
    <dgm:cxn modelId="{7C90B879-3539-49D6-910C-B3B9D79E0DCC}" type="presOf" srcId="{F7C10130-5DEE-4575-9882-687845BDDFD6}" destId="{DFC52C55-C1D8-4660-9273-157E22D322C0}" srcOrd="0" destOrd="0" presId="urn:microsoft.com/office/officeart/2018/2/layout/IconVerticalSolidList"/>
    <dgm:cxn modelId="{271CD57C-63BA-486D-944C-D63F7F933B85}" srcId="{F7C10130-5DEE-4575-9882-687845BDDFD6}" destId="{29FBC859-B4D8-4E0D-AF7A-38EEB83377B3}" srcOrd="1" destOrd="0" parTransId="{05D10561-E945-4A45-ABD4-E8020442A3E0}" sibTransId="{7E0D93E3-4128-4ABE-A9E2-A73865AEE9E8}"/>
    <dgm:cxn modelId="{E231BABE-9FC6-4980-9964-E049F7C3D41B}" type="presOf" srcId="{4E7B9900-A6E6-4859-AFFF-FEE9377C3BA2}" destId="{FF92DD17-17AD-43E2-93A6-A253B680F1EF}" srcOrd="0" destOrd="0" presId="urn:microsoft.com/office/officeart/2018/2/layout/IconVerticalSolidList"/>
    <dgm:cxn modelId="{D81D53E8-F0AB-41C1-A0D7-9B3BAF7FB7AB}" type="presOf" srcId="{29FBC859-B4D8-4E0D-AF7A-38EEB83377B3}" destId="{6D6E7AF9-FF51-4999-A452-2E0275298DC5}" srcOrd="0" destOrd="0" presId="urn:microsoft.com/office/officeart/2018/2/layout/IconVerticalSolidList"/>
    <dgm:cxn modelId="{60C8E612-1059-473B-AE0D-06C27C6D60C9}" type="presParOf" srcId="{DFC52C55-C1D8-4660-9273-157E22D322C0}" destId="{2BB0C8D6-6214-46BE-A759-2A7399148BAE}" srcOrd="0" destOrd="0" presId="urn:microsoft.com/office/officeart/2018/2/layout/IconVerticalSolidList"/>
    <dgm:cxn modelId="{9001D7A8-612C-4EEF-A9D4-81772AE38B9A}" type="presParOf" srcId="{2BB0C8D6-6214-46BE-A759-2A7399148BAE}" destId="{1E3FFAFA-B3FB-416D-84BB-28F3A631F251}" srcOrd="0" destOrd="0" presId="urn:microsoft.com/office/officeart/2018/2/layout/IconVerticalSolidList"/>
    <dgm:cxn modelId="{F21110AC-11D9-4081-9B97-DE4B2BDA4A51}" type="presParOf" srcId="{2BB0C8D6-6214-46BE-A759-2A7399148BAE}" destId="{8A509EB5-1B39-41C8-8D16-42253E1F6E02}" srcOrd="1" destOrd="0" presId="urn:microsoft.com/office/officeart/2018/2/layout/IconVerticalSolidList"/>
    <dgm:cxn modelId="{E77C974E-1A7A-4FAA-B92D-B3119CA68903}" type="presParOf" srcId="{2BB0C8D6-6214-46BE-A759-2A7399148BAE}" destId="{241340CA-3FF6-44E2-9269-E21FD395EA4D}" srcOrd="2" destOrd="0" presId="urn:microsoft.com/office/officeart/2018/2/layout/IconVerticalSolidList"/>
    <dgm:cxn modelId="{C1B00A02-AFBE-482D-B835-64E45362B175}" type="presParOf" srcId="{2BB0C8D6-6214-46BE-A759-2A7399148BAE}" destId="{FF92DD17-17AD-43E2-93A6-A253B680F1EF}" srcOrd="3" destOrd="0" presId="urn:microsoft.com/office/officeart/2018/2/layout/IconVerticalSolidList"/>
    <dgm:cxn modelId="{DA969F11-0B9A-4965-B615-A17DC35D9A69}" type="presParOf" srcId="{DFC52C55-C1D8-4660-9273-157E22D322C0}" destId="{83F575BF-8DC0-4D02-AAFC-E62BDBF406CA}" srcOrd="1" destOrd="0" presId="urn:microsoft.com/office/officeart/2018/2/layout/IconVerticalSolidList"/>
    <dgm:cxn modelId="{14E51B19-CA8A-4A8F-B774-B00AC6DEDDB6}" type="presParOf" srcId="{DFC52C55-C1D8-4660-9273-157E22D322C0}" destId="{3C10C4F0-8361-4585-92CF-ECCA56403417}" srcOrd="2" destOrd="0" presId="urn:microsoft.com/office/officeart/2018/2/layout/IconVerticalSolidList"/>
    <dgm:cxn modelId="{105222D1-A1EE-490D-B00B-7F7DB3E2D5C8}" type="presParOf" srcId="{3C10C4F0-8361-4585-92CF-ECCA56403417}" destId="{414077CE-B4EB-46AF-8270-F910EE29FC91}" srcOrd="0" destOrd="0" presId="urn:microsoft.com/office/officeart/2018/2/layout/IconVerticalSolidList"/>
    <dgm:cxn modelId="{CFA8CF61-2112-4791-B8B7-6DEEF02C379F}" type="presParOf" srcId="{3C10C4F0-8361-4585-92CF-ECCA56403417}" destId="{9D18E9EE-2750-446E-A11F-E81390BE855B}" srcOrd="1" destOrd="0" presId="urn:microsoft.com/office/officeart/2018/2/layout/IconVerticalSolidList"/>
    <dgm:cxn modelId="{6340D964-E8DF-4033-83BA-0CF0E1A3F7D1}" type="presParOf" srcId="{3C10C4F0-8361-4585-92CF-ECCA56403417}" destId="{C4EECBEA-1D1F-40B3-9F14-27EE338F944B}" srcOrd="2" destOrd="0" presId="urn:microsoft.com/office/officeart/2018/2/layout/IconVerticalSolidList"/>
    <dgm:cxn modelId="{D4007478-3B60-4A72-90C2-E389B060D53B}" type="presParOf" srcId="{3C10C4F0-8361-4585-92CF-ECCA56403417}" destId="{6D6E7AF9-FF51-4999-A452-2E0275298DC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7C10130-5DEE-4575-9882-687845BDDFD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E7B9900-A6E6-4859-AFFF-FEE9377C3BA2}">
      <dgm:prSet/>
      <dgm:spPr/>
      <dgm:t>
        <a:bodyPr/>
        <a:lstStyle/>
        <a:p>
          <a:r>
            <a:rPr lang="en-US"/>
            <a:t>Simpler does not always mean accurate</a:t>
          </a:r>
        </a:p>
      </dgm:t>
    </dgm:pt>
    <dgm:pt modelId="{A4101906-5123-4AA2-82EF-244DD48196A4}" type="parTrans" cxnId="{52C00561-7A0C-422D-A907-E264364B8ACB}">
      <dgm:prSet/>
      <dgm:spPr/>
      <dgm:t>
        <a:bodyPr/>
        <a:lstStyle/>
        <a:p>
          <a:endParaRPr lang="en-US"/>
        </a:p>
      </dgm:t>
    </dgm:pt>
    <dgm:pt modelId="{3CD30A19-FBBA-4DD3-9774-C550DCD81F6D}" type="sibTrans" cxnId="{52C00561-7A0C-422D-A907-E264364B8ACB}">
      <dgm:prSet/>
      <dgm:spPr/>
      <dgm:t>
        <a:bodyPr/>
        <a:lstStyle/>
        <a:p>
          <a:endParaRPr lang="en-US"/>
        </a:p>
      </dgm:t>
    </dgm:pt>
    <dgm:pt modelId="{29FBC859-B4D8-4E0D-AF7A-38EEB83377B3}">
      <dgm:prSet/>
      <dgm:spPr/>
      <dgm:t>
        <a:bodyPr/>
        <a:lstStyle/>
        <a:p>
          <a:r>
            <a:rPr lang="en-US"/>
            <a:t>Complexity does not always mean slower</a:t>
          </a:r>
        </a:p>
      </dgm:t>
    </dgm:pt>
    <dgm:pt modelId="{05D10561-E945-4A45-ABD4-E8020442A3E0}" type="parTrans" cxnId="{271CD57C-63BA-486D-944C-D63F7F933B85}">
      <dgm:prSet/>
      <dgm:spPr/>
      <dgm:t>
        <a:bodyPr/>
        <a:lstStyle/>
        <a:p>
          <a:endParaRPr lang="en-US"/>
        </a:p>
      </dgm:t>
    </dgm:pt>
    <dgm:pt modelId="{7E0D93E3-4128-4ABE-A9E2-A73865AEE9E8}" type="sibTrans" cxnId="{271CD57C-63BA-486D-944C-D63F7F933B85}">
      <dgm:prSet/>
      <dgm:spPr/>
      <dgm:t>
        <a:bodyPr/>
        <a:lstStyle/>
        <a:p>
          <a:endParaRPr lang="en-US"/>
        </a:p>
      </dgm:t>
    </dgm:pt>
    <dgm:pt modelId="{DFC52C55-C1D8-4660-9273-157E22D322C0}" type="pres">
      <dgm:prSet presAssocID="{F7C10130-5DEE-4575-9882-687845BDDFD6}" presName="root" presStyleCnt="0">
        <dgm:presLayoutVars>
          <dgm:dir/>
          <dgm:resizeHandles val="exact"/>
        </dgm:presLayoutVars>
      </dgm:prSet>
      <dgm:spPr/>
    </dgm:pt>
    <dgm:pt modelId="{2BB0C8D6-6214-46BE-A759-2A7399148BAE}" type="pres">
      <dgm:prSet presAssocID="{4E7B9900-A6E6-4859-AFFF-FEE9377C3BA2}" presName="compNode" presStyleCnt="0"/>
      <dgm:spPr/>
    </dgm:pt>
    <dgm:pt modelId="{1E3FFAFA-B3FB-416D-84BB-28F3A631F251}" type="pres">
      <dgm:prSet presAssocID="{4E7B9900-A6E6-4859-AFFF-FEE9377C3BA2}" presName="bgRect" presStyleLbl="bgShp" presStyleIdx="0" presStyleCnt="2"/>
      <dgm:spPr/>
    </dgm:pt>
    <dgm:pt modelId="{8A509EB5-1B39-41C8-8D16-42253E1F6E02}" type="pres">
      <dgm:prSet presAssocID="{4E7B9900-A6E6-4859-AFFF-FEE9377C3BA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241340CA-3FF6-44E2-9269-E21FD395EA4D}" type="pres">
      <dgm:prSet presAssocID="{4E7B9900-A6E6-4859-AFFF-FEE9377C3BA2}" presName="spaceRect" presStyleCnt="0"/>
      <dgm:spPr/>
    </dgm:pt>
    <dgm:pt modelId="{FF92DD17-17AD-43E2-93A6-A253B680F1EF}" type="pres">
      <dgm:prSet presAssocID="{4E7B9900-A6E6-4859-AFFF-FEE9377C3BA2}" presName="parTx" presStyleLbl="revTx" presStyleIdx="0" presStyleCnt="2">
        <dgm:presLayoutVars>
          <dgm:chMax val="0"/>
          <dgm:chPref val="0"/>
        </dgm:presLayoutVars>
      </dgm:prSet>
      <dgm:spPr/>
    </dgm:pt>
    <dgm:pt modelId="{83F575BF-8DC0-4D02-AAFC-E62BDBF406CA}" type="pres">
      <dgm:prSet presAssocID="{3CD30A19-FBBA-4DD3-9774-C550DCD81F6D}" presName="sibTrans" presStyleCnt="0"/>
      <dgm:spPr/>
    </dgm:pt>
    <dgm:pt modelId="{3C10C4F0-8361-4585-92CF-ECCA56403417}" type="pres">
      <dgm:prSet presAssocID="{29FBC859-B4D8-4E0D-AF7A-38EEB83377B3}" presName="compNode" presStyleCnt="0"/>
      <dgm:spPr/>
    </dgm:pt>
    <dgm:pt modelId="{414077CE-B4EB-46AF-8270-F910EE29FC91}" type="pres">
      <dgm:prSet presAssocID="{29FBC859-B4D8-4E0D-AF7A-38EEB83377B3}" presName="bgRect" presStyleLbl="bgShp" presStyleIdx="1" presStyleCnt="2"/>
      <dgm:spPr/>
    </dgm:pt>
    <dgm:pt modelId="{9D18E9EE-2750-446E-A11F-E81390BE855B}" type="pres">
      <dgm:prSet presAssocID="{29FBC859-B4D8-4E0D-AF7A-38EEB83377B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C4EECBEA-1D1F-40B3-9F14-27EE338F944B}" type="pres">
      <dgm:prSet presAssocID="{29FBC859-B4D8-4E0D-AF7A-38EEB83377B3}" presName="spaceRect" presStyleCnt="0"/>
      <dgm:spPr/>
    </dgm:pt>
    <dgm:pt modelId="{6D6E7AF9-FF51-4999-A452-2E0275298DC5}" type="pres">
      <dgm:prSet presAssocID="{29FBC859-B4D8-4E0D-AF7A-38EEB83377B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2C00561-7A0C-422D-A907-E264364B8ACB}" srcId="{F7C10130-5DEE-4575-9882-687845BDDFD6}" destId="{4E7B9900-A6E6-4859-AFFF-FEE9377C3BA2}" srcOrd="0" destOrd="0" parTransId="{A4101906-5123-4AA2-82EF-244DD48196A4}" sibTransId="{3CD30A19-FBBA-4DD3-9774-C550DCD81F6D}"/>
    <dgm:cxn modelId="{7C90B879-3539-49D6-910C-B3B9D79E0DCC}" type="presOf" srcId="{F7C10130-5DEE-4575-9882-687845BDDFD6}" destId="{DFC52C55-C1D8-4660-9273-157E22D322C0}" srcOrd="0" destOrd="0" presId="urn:microsoft.com/office/officeart/2018/2/layout/IconVerticalSolidList"/>
    <dgm:cxn modelId="{271CD57C-63BA-486D-944C-D63F7F933B85}" srcId="{F7C10130-5DEE-4575-9882-687845BDDFD6}" destId="{29FBC859-B4D8-4E0D-AF7A-38EEB83377B3}" srcOrd="1" destOrd="0" parTransId="{05D10561-E945-4A45-ABD4-E8020442A3E0}" sibTransId="{7E0D93E3-4128-4ABE-A9E2-A73865AEE9E8}"/>
    <dgm:cxn modelId="{E231BABE-9FC6-4980-9964-E049F7C3D41B}" type="presOf" srcId="{4E7B9900-A6E6-4859-AFFF-FEE9377C3BA2}" destId="{FF92DD17-17AD-43E2-93A6-A253B680F1EF}" srcOrd="0" destOrd="0" presId="urn:microsoft.com/office/officeart/2018/2/layout/IconVerticalSolidList"/>
    <dgm:cxn modelId="{D81D53E8-F0AB-41C1-A0D7-9B3BAF7FB7AB}" type="presOf" srcId="{29FBC859-B4D8-4E0D-AF7A-38EEB83377B3}" destId="{6D6E7AF9-FF51-4999-A452-2E0275298DC5}" srcOrd="0" destOrd="0" presId="urn:microsoft.com/office/officeart/2018/2/layout/IconVerticalSolidList"/>
    <dgm:cxn modelId="{60C8E612-1059-473B-AE0D-06C27C6D60C9}" type="presParOf" srcId="{DFC52C55-C1D8-4660-9273-157E22D322C0}" destId="{2BB0C8D6-6214-46BE-A759-2A7399148BAE}" srcOrd="0" destOrd="0" presId="urn:microsoft.com/office/officeart/2018/2/layout/IconVerticalSolidList"/>
    <dgm:cxn modelId="{9001D7A8-612C-4EEF-A9D4-81772AE38B9A}" type="presParOf" srcId="{2BB0C8D6-6214-46BE-A759-2A7399148BAE}" destId="{1E3FFAFA-B3FB-416D-84BB-28F3A631F251}" srcOrd="0" destOrd="0" presId="urn:microsoft.com/office/officeart/2018/2/layout/IconVerticalSolidList"/>
    <dgm:cxn modelId="{F21110AC-11D9-4081-9B97-DE4B2BDA4A51}" type="presParOf" srcId="{2BB0C8D6-6214-46BE-A759-2A7399148BAE}" destId="{8A509EB5-1B39-41C8-8D16-42253E1F6E02}" srcOrd="1" destOrd="0" presId="urn:microsoft.com/office/officeart/2018/2/layout/IconVerticalSolidList"/>
    <dgm:cxn modelId="{E77C974E-1A7A-4FAA-B92D-B3119CA68903}" type="presParOf" srcId="{2BB0C8D6-6214-46BE-A759-2A7399148BAE}" destId="{241340CA-3FF6-44E2-9269-E21FD395EA4D}" srcOrd="2" destOrd="0" presId="urn:microsoft.com/office/officeart/2018/2/layout/IconVerticalSolidList"/>
    <dgm:cxn modelId="{C1B00A02-AFBE-482D-B835-64E45362B175}" type="presParOf" srcId="{2BB0C8D6-6214-46BE-A759-2A7399148BAE}" destId="{FF92DD17-17AD-43E2-93A6-A253B680F1EF}" srcOrd="3" destOrd="0" presId="urn:microsoft.com/office/officeart/2018/2/layout/IconVerticalSolidList"/>
    <dgm:cxn modelId="{DA969F11-0B9A-4965-B615-A17DC35D9A69}" type="presParOf" srcId="{DFC52C55-C1D8-4660-9273-157E22D322C0}" destId="{83F575BF-8DC0-4D02-AAFC-E62BDBF406CA}" srcOrd="1" destOrd="0" presId="urn:microsoft.com/office/officeart/2018/2/layout/IconVerticalSolidList"/>
    <dgm:cxn modelId="{14E51B19-CA8A-4A8F-B774-B00AC6DEDDB6}" type="presParOf" srcId="{DFC52C55-C1D8-4660-9273-157E22D322C0}" destId="{3C10C4F0-8361-4585-92CF-ECCA56403417}" srcOrd="2" destOrd="0" presId="urn:microsoft.com/office/officeart/2018/2/layout/IconVerticalSolidList"/>
    <dgm:cxn modelId="{105222D1-A1EE-490D-B00B-7F7DB3E2D5C8}" type="presParOf" srcId="{3C10C4F0-8361-4585-92CF-ECCA56403417}" destId="{414077CE-B4EB-46AF-8270-F910EE29FC91}" srcOrd="0" destOrd="0" presId="urn:microsoft.com/office/officeart/2018/2/layout/IconVerticalSolidList"/>
    <dgm:cxn modelId="{CFA8CF61-2112-4791-B8B7-6DEEF02C379F}" type="presParOf" srcId="{3C10C4F0-8361-4585-92CF-ECCA56403417}" destId="{9D18E9EE-2750-446E-A11F-E81390BE855B}" srcOrd="1" destOrd="0" presId="urn:microsoft.com/office/officeart/2018/2/layout/IconVerticalSolidList"/>
    <dgm:cxn modelId="{6340D964-E8DF-4033-83BA-0CF0E1A3F7D1}" type="presParOf" srcId="{3C10C4F0-8361-4585-92CF-ECCA56403417}" destId="{C4EECBEA-1D1F-40B3-9F14-27EE338F944B}" srcOrd="2" destOrd="0" presId="urn:microsoft.com/office/officeart/2018/2/layout/IconVerticalSolidList"/>
    <dgm:cxn modelId="{D4007478-3B60-4A72-90C2-E389B060D53B}" type="presParOf" srcId="{3C10C4F0-8361-4585-92CF-ECCA56403417}" destId="{6D6E7AF9-FF51-4999-A452-2E0275298DC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7C10130-5DEE-4575-9882-687845BDDFD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E7B9900-A6E6-4859-AFFF-FEE9377C3BA2}">
      <dgm:prSet/>
      <dgm:spPr/>
      <dgm:t>
        <a:bodyPr/>
        <a:lstStyle/>
        <a:p>
          <a:r>
            <a:rPr lang="en-US"/>
            <a:t>Simpler does not always mean accurate</a:t>
          </a:r>
        </a:p>
      </dgm:t>
    </dgm:pt>
    <dgm:pt modelId="{A4101906-5123-4AA2-82EF-244DD48196A4}" type="parTrans" cxnId="{52C00561-7A0C-422D-A907-E264364B8ACB}">
      <dgm:prSet/>
      <dgm:spPr/>
      <dgm:t>
        <a:bodyPr/>
        <a:lstStyle/>
        <a:p>
          <a:endParaRPr lang="en-US"/>
        </a:p>
      </dgm:t>
    </dgm:pt>
    <dgm:pt modelId="{3CD30A19-FBBA-4DD3-9774-C550DCD81F6D}" type="sibTrans" cxnId="{52C00561-7A0C-422D-A907-E264364B8ACB}">
      <dgm:prSet/>
      <dgm:spPr/>
      <dgm:t>
        <a:bodyPr/>
        <a:lstStyle/>
        <a:p>
          <a:endParaRPr lang="en-US"/>
        </a:p>
      </dgm:t>
    </dgm:pt>
    <dgm:pt modelId="{29FBC859-B4D8-4E0D-AF7A-38EEB83377B3}">
      <dgm:prSet/>
      <dgm:spPr/>
      <dgm:t>
        <a:bodyPr/>
        <a:lstStyle/>
        <a:p>
          <a:r>
            <a:rPr lang="en-US"/>
            <a:t>Complexity does not always mean slower</a:t>
          </a:r>
        </a:p>
      </dgm:t>
    </dgm:pt>
    <dgm:pt modelId="{05D10561-E945-4A45-ABD4-E8020442A3E0}" type="parTrans" cxnId="{271CD57C-63BA-486D-944C-D63F7F933B85}">
      <dgm:prSet/>
      <dgm:spPr/>
      <dgm:t>
        <a:bodyPr/>
        <a:lstStyle/>
        <a:p>
          <a:endParaRPr lang="en-US"/>
        </a:p>
      </dgm:t>
    </dgm:pt>
    <dgm:pt modelId="{7E0D93E3-4128-4ABE-A9E2-A73865AEE9E8}" type="sibTrans" cxnId="{271CD57C-63BA-486D-944C-D63F7F933B85}">
      <dgm:prSet/>
      <dgm:spPr/>
      <dgm:t>
        <a:bodyPr/>
        <a:lstStyle/>
        <a:p>
          <a:endParaRPr lang="en-US"/>
        </a:p>
      </dgm:t>
    </dgm:pt>
    <dgm:pt modelId="{DFC52C55-C1D8-4660-9273-157E22D322C0}" type="pres">
      <dgm:prSet presAssocID="{F7C10130-5DEE-4575-9882-687845BDDFD6}" presName="root" presStyleCnt="0">
        <dgm:presLayoutVars>
          <dgm:dir/>
          <dgm:resizeHandles val="exact"/>
        </dgm:presLayoutVars>
      </dgm:prSet>
      <dgm:spPr/>
    </dgm:pt>
    <dgm:pt modelId="{2BB0C8D6-6214-46BE-A759-2A7399148BAE}" type="pres">
      <dgm:prSet presAssocID="{4E7B9900-A6E6-4859-AFFF-FEE9377C3BA2}" presName="compNode" presStyleCnt="0"/>
      <dgm:spPr/>
    </dgm:pt>
    <dgm:pt modelId="{1E3FFAFA-B3FB-416D-84BB-28F3A631F251}" type="pres">
      <dgm:prSet presAssocID="{4E7B9900-A6E6-4859-AFFF-FEE9377C3BA2}" presName="bgRect" presStyleLbl="bgShp" presStyleIdx="0" presStyleCnt="2"/>
      <dgm:spPr/>
    </dgm:pt>
    <dgm:pt modelId="{8A509EB5-1B39-41C8-8D16-42253E1F6E02}" type="pres">
      <dgm:prSet presAssocID="{4E7B9900-A6E6-4859-AFFF-FEE9377C3BA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241340CA-3FF6-44E2-9269-E21FD395EA4D}" type="pres">
      <dgm:prSet presAssocID="{4E7B9900-A6E6-4859-AFFF-FEE9377C3BA2}" presName="spaceRect" presStyleCnt="0"/>
      <dgm:spPr/>
    </dgm:pt>
    <dgm:pt modelId="{FF92DD17-17AD-43E2-93A6-A253B680F1EF}" type="pres">
      <dgm:prSet presAssocID="{4E7B9900-A6E6-4859-AFFF-FEE9377C3BA2}" presName="parTx" presStyleLbl="revTx" presStyleIdx="0" presStyleCnt="2">
        <dgm:presLayoutVars>
          <dgm:chMax val="0"/>
          <dgm:chPref val="0"/>
        </dgm:presLayoutVars>
      </dgm:prSet>
      <dgm:spPr/>
    </dgm:pt>
    <dgm:pt modelId="{83F575BF-8DC0-4D02-AAFC-E62BDBF406CA}" type="pres">
      <dgm:prSet presAssocID="{3CD30A19-FBBA-4DD3-9774-C550DCD81F6D}" presName="sibTrans" presStyleCnt="0"/>
      <dgm:spPr/>
    </dgm:pt>
    <dgm:pt modelId="{3C10C4F0-8361-4585-92CF-ECCA56403417}" type="pres">
      <dgm:prSet presAssocID="{29FBC859-B4D8-4E0D-AF7A-38EEB83377B3}" presName="compNode" presStyleCnt="0"/>
      <dgm:spPr/>
    </dgm:pt>
    <dgm:pt modelId="{414077CE-B4EB-46AF-8270-F910EE29FC91}" type="pres">
      <dgm:prSet presAssocID="{29FBC859-B4D8-4E0D-AF7A-38EEB83377B3}" presName="bgRect" presStyleLbl="bgShp" presStyleIdx="1" presStyleCnt="2"/>
      <dgm:spPr/>
    </dgm:pt>
    <dgm:pt modelId="{9D18E9EE-2750-446E-A11F-E81390BE855B}" type="pres">
      <dgm:prSet presAssocID="{29FBC859-B4D8-4E0D-AF7A-38EEB83377B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C4EECBEA-1D1F-40B3-9F14-27EE338F944B}" type="pres">
      <dgm:prSet presAssocID="{29FBC859-B4D8-4E0D-AF7A-38EEB83377B3}" presName="spaceRect" presStyleCnt="0"/>
      <dgm:spPr/>
    </dgm:pt>
    <dgm:pt modelId="{6D6E7AF9-FF51-4999-A452-2E0275298DC5}" type="pres">
      <dgm:prSet presAssocID="{29FBC859-B4D8-4E0D-AF7A-38EEB83377B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2C00561-7A0C-422D-A907-E264364B8ACB}" srcId="{F7C10130-5DEE-4575-9882-687845BDDFD6}" destId="{4E7B9900-A6E6-4859-AFFF-FEE9377C3BA2}" srcOrd="0" destOrd="0" parTransId="{A4101906-5123-4AA2-82EF-244DD48196A4}" sibTransId="{3CD30A19-FBBA-4DD3-9774-C550DCD81F6D}"/>
    <dgm:cxn modelId="{7C90B879-3539-49D6-910C-B3B9D79E0DCC}" type="presOf" srcId="{F7C10130-5DEE-4575-9882-687845BDDFD6}" destId="{DFC52C55-C1D8-4660-9273-157E22D322C0}" srcOrd="0" destOrd="0" presId="urn:microsoft.com/office/officeart/2018/2/layout/IconVerticalSolidList"/>
    <dgm:cxn modelId="{271CD57C-63BA-486D-944C-D63F7F933B85}" srcId="{F7C10130-5DEE-4575-9882-687845BDDFD6}" destId="{29FBC859-B4D8-4E0D-AF7A-38EEB83377B3}" srcOrd="1" destOrd="0" parTransId="{05D10561-E945-4A45-ABD4-E8020442A3E0}" sibTransId="{7E0D93E3-4128-4ABE-A9E2-A73865AEE9E8}"/>
    <dgm:cxn modelId="{E231BABE-9FC6-4980-9964-E049F7C3D41B}" type="presOf" srcId="{4E7B9900-A6E6-4859-AFFF-FEE9377C3BA2}" destId="{FF92DD17-17AD-43E2-93A6-A253B680F1EF}" srcOrd="0" destOrd="0" presId="urn:microsoft.com/office/officeart/2018/2/layout/IconVerticalSolidList"/>
    <dgm:cxn modelId="{D81D53E8-F0AB-41C1-A0D7-9B3BAF7FB7AB}" type="presOf" srcId="{29FBC859-B4D8-4E0D-AF7A-38EEB83377B3}" destId="{6D6E7AF9-FF51-4999-A452-2E0275298DC5}" srcOrd="0" destOrd="0" presId="urn:microsoft.com/office/officeart/2018/2/layout/IconVerticalSolidList"/>
    <dgm:cxn modelId="{60C8E612-1059-473B-AE0D-06C27C6D60C9}" type="presParOf" srcId="{DFC52C55-C1D8-4660-9273-157E22D322C0}" destId="{2BB0C8D6-6214-46BE-A759-2A7399148BAE}" srcOrd="0" destOrd="0" presId="urn:microsoft.com/office/officeart/2018/2/layout/IconVerticalSolidList"/>
    <dgm:cxn modelId="{9001D7A8-612C-4EEF-A9D4-81772AE38B9A}" type="presParOf" srcId="{2BB0C8D6-6214-46BE-A759-2A7399148BAE}" destId="{1E3FFAFA-B3FB-416D-84BB-28F3A631F251}" srcOrd="0" destOrd="0" presId="urn:microsoft.com/office/officeart/2018/2/layout/IconVerticalSolidList"/>
    <dgm:cxn modelId="{F21110AC-11D9-4081-9B97-DE4B2BDA4A51}" type="presParOf" srcId="{2BB0C8D6-6214-46BE-A759-2A7399148BAE}" destId="{8A509EB5-1B39-41C8-8D16-42253E1F6E02}" srcOrd="1" destOrd="0" presId="urn:microsoft.com/office/officeart/2018/2/layout/IconVerticalSolidList"/>
    <dgm:cxn modelId="{E77C974E-1A7A-4FAA-B92D-B3119CA68903}" type="presParOf" srcId="{2BB0C8D6-6214-46BE-A759-2A7399148BAE}" destId="{241340CA-3FF6-44E2-9269-E21FD395EA4D}" srcOrd="2" destOrd="0" presId="urn:microsoft.com/office/officeart/2018/2/layout/IconVerticalSolidList"/>
    <dgm:cxn modelId="{C1B00A02-AFBE-482D-B835-64E45362B175}" type="presParOf" srcId="{2BB0C8D6-6214-46BE-A759-2A7399148BAE}" destId="{FF92DD17-17AD-43E2-93A6-A253B680F1EF}" srcOrd="3" destOrd="0" presId="urn:microsoft.com/office/officeart/2018/2/layout/IconVerticalSolidList"/>
    <dgm:cxn modelId="{DA969F11-0B9A-4965-B615-A17DC35D9A69}" type="presParOf" srcId="{DFC52C55-C1D8-4660-9273-157E22D322C0}" destId="{83F575BF-8DC0-4D02-AAFC-E62BDBF406CA}" srcOrd="1" destOrd="0" presId="urn:microsoft.com/office/officeart/2018/2/layout/IconVerticalSolidList"/>
    <dgm:cxn modelId="{14E51B19-CA8A-4A8F-B774-B00AC6DEDDB6}" type="presParOf" srcId="{DFC52C55-C1D8-4660-9273-157E22D322C0}" destId="{3C10C4F0-8361-4585-92CF-ECCA56403417}" srcOrd="2" destOrd="0" presId="urn:microsoft.com/office/officeart/2018/2/layout/IconVerticalSolidList"/>
    <dgm:cxn modelId="{105222D1-A1EE-490D-B00B-7F7DB3E2D5C8}" type="presParOf" srcId="{3C10C4F0-8361-4585-92CF-ECCA56403417}" destId="{414077CE-B4EB-46AF-8270-F910EE29FC91}" srcOrd="0" destOrd="0" presId="urn:microsoft.com/office/officeart/2018/2/layout/IconVerticalSolidList"/>
    <dgm:cxn modelId="{CFA8CF61-2112-4791-B8B7-6DEEF02C379F}" type="presParOf" srcId="{3C10C4F0-8361-4585-92CF-ECCA56403417}" destId="{9D18E9EE-2750-446E-A11F-E81390BE855B}" srcOrd="1" destOrd="0" presId="urn:microsoft.com/office/officeart/2018/2/layout/IconVerticalSolidList"/>
    <dgm:cxn modelId="{6340D964-E8DF-4033-83BA-0CF0E1A3F7D1}" type="presParOf" srcId="{3C10C4F0-8361-4585-92CF-ECCA56403417}" destId="{C4EECBEA-1D1F-40B3-9F14-27EE338F944B}" srcOrd="2" destOrd="0" presId="urn:microsoft.com/office/officeart/2018/2/layout/IconVerticalSolidList"/>
    <dgm:cxn modelId="{D4007478-3B60-4A72-90C2-E389B060D53B}" type="presParOf" srcId="{3C10C4F0-8361-4585-92CF-ECCA56403417}" destId="{6D6E7AF9-FF51-4999-A452-2E0275298DC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C655E3CF-66BE-4D75-903B-49E37B287798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BA55C50-1FE7-4747-A434-C2BF1791E01A}">
      <dgm:prSet/>
      <dgm:spPr/>
      <dgm:t>
        <a:bodyPr/>
        <a:lstStyle/>
        <a:p>
          <a:r>
            <a:rPr lang="en-US"/>
            <a:t>XGBoost</a:t>
          </a:r>
        </a:p>
      </dgm:t>
    </dgm:pt>
    <dgm:pt modelId="{50061BD3-0881-4AA6-A982-C63466BB59B9}" type="parTrans" cxnId="{7810AABA-CF99-4787-88EB-8BD92EEB6549}">
      <dgm:prSet/>
      <dgm:spPr/>
      <dgm:t>
        <a:bodyPr/>
        <a:lstStyle/>
        <a:p>
          <a:endParaRPr lang="en-US"/>
        </a:p>
      </dgm:t>
    </dgm:pt>
    <dgm:pt modelId="{0A1B0E9A-4D8E-411D-8B21-ADC4D3CFDB30}" type="sibTrans" cxnId="{7810AABA-CF99-4787-88EB-8BD92EEB6549}">
      <dgm:prSet/>
      <dgm:spPr/>
      <dgm:t>
        <a:bodyPr/>
        <a:lstStyle/>
        <a:p>
          <a:endParaRPr lang="en-US"/>
        </a:p>
      </dgm:t>
    </dgm:pt>
    <dgm:pt modelId="{34F05A63-4D50-44C5-A6F2-99979D3BFF50}">
      <dgm:prSet/>
      <dgm:spPr/>
      <dgm:t>
        <a:bodyPr/>
        <a:lstStyle/>
        <a:p>
          <a:r>
            <a:rPr lang="en-US"/>
            <a:t>High Efficiency</a:t>
          </a:r>
        </a:p>
      </dgm:t>
    </dgm:pt>
    <dgm:pt modelId="{D08B3099-84C3-4144-BD3F-B9E294922C1D}" type="parTrans" cxnId="{AC965ED7-573F-4B7F-AE22-F3D475276B25}">
      <dgm:prSet/>
      <dgm:spPr/>
      <dgm:t>
        <a:bodyPr/>
        <a:lstStyle/>
        <a:p>
          <a:endParaRPr lang="en-US"/>
        </a:p>
      </dgm:t>
    </dgm:pt>
    <dgm:pt modelId="{AA56EC95-7E74-4F66-922A-A3D40A6BD105}" type="sibTrans" cxnId="{AC965ED7-573F-4B7F-AE22-F3D475276B25}">
      <dgm:prSet/>
      <dgm:spPr/>
      <dgm:t>
        <a:bodyPr/>
        <a:lstStyle/>
        <a:p>
          <a:endParaRPr lang="en-US"/>
        </a:p>
      </dgm:t>
    </dgm:pt>
    <dgm:pt modelId="{9DF637E8-DFD9-49A9-B862-33C4304C742D}">
      <dgm:prSet/>
      <dgm:spPr/>
      <dgm:t>
        <a:bodyPr/>
        <a:lstStyle/>
        <a:p>
          <a:r>
            <a:rPr lang="en-US"/>
            <a:t>High Accuracy</a:t>
          </a:r>
        </a:p>
      </dgm:t>
    </dgm:pt>
    <dgm:pt modelId="{14C75956-E6C0-47DF-A0D7-75203D67554E}" type="parTrans" cxnId="{A9DF0CEF-B2E9-48F6-A5D5-AE41832D7C12}">
      <dgm:prSet/>
      <dgm:spPr/>
      <dgm:t>
        <a:bodyPr/>
        <a:lstStyle/>
        <a:p>
          <a:endParaRPr lang="en-US"/>
        </a:p>
      </dgm:t>
    </dgm:pt>
    <dgm:pt modelId="{A190034F-BE8A-4B03-B37E-FADB55DBBB58}" type="sibTrans" cxnId="{A9DF0CEF-B2E9-48F6-A5D5-AE41832D7C12}">
      <dgm:prSet/>
      <dgm:spPr/>
      <dgm:t>
        <a:bodyPr/>
        <a:lstStyle/>
        <a:p>
          <a:endParaRPr lang="en-US"/>
        </a:p>
      </dgm:t>
    </dgm:pt>
    <dgm:pt modelId="{75120836-99FF-4EDF-BD5D-C78FEFB1690E}">
      <dgm:prSet/>
      <dgm:spPr/>
      <dgm:t>
        <a:bodyPr/>
        <a:lstStyle/>
        <a:p>
          <a:r>
            <a:rPr lang="en-US"/>
            <a:t>Can be used across multiple stores and items in a single model</a:t>
          </a:r>
        </a:p>
      </dgm:t>
    </dgm:pt>
    <dgm:pt modelId="{B61642BD-CD06-4FCA-A26F-E3C020B71322}" type="parTrans" cxnId="{4AE7700A-9895-4729-99A8-F33AE87FB643}">
      <dgm:prSet/>
      <dgm:spPr/>
      <dgm:t>
        <a:bodyPr/>
        <a:lstStyle/>
        <a:p>
          <a:endParaRPr lang="en-US"/>
        </a:p>
      </dgm:t>
    </dgm:pt>
    <dgm:pt modelId="{4030546A-7DAF-467A-AE86-2FE79379C3A3}" type="sibTrans" cxnId="{4AE7700A-9895-4729-99A8-F33AE87FB643}">
      <dgm:prSet/>
      <dgm:spPr/>
      <dgm:t>
        <a:bodyPr/>
        <a:lstStyle/>
        <a:p>
          <a:endParaRPr lang="en-US"/>
        </a:p>
      </dgm:t>
    </dgm:pt>
    <dgm:pt modelId="{903D28FE-618F-4092-BA41-53005FAEFD94}" type="pres">
      <dgm:prSet presAssocID="{C655E3CF-66BE-4D75-903B-49E37B287798}" presName="linear" presStyleCnt="0">
        <dgm:presLayoutVars>
          <dgm:animLvl val="lvl"/>
          <dgm:resizeHandles val="exact"/>
        </dgm:presLayoutVars>
      </dgm:prSet>
      <dgm:spPr/>
    </dgm:pt>
    <dgm:pt modelId="{5B691BAF-5BF9-4FCC-88D1-2451DA6DFD32}" type="pres">
      <dgm:prSet presAssocID="{9BA55C50-1FE7-4747-A434-C2BF1791E01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E33A192-90A1-487A-909D-C82FBE518F15}" type="pres">
      <dgm:prSet presAssocID="{0A1B0E9A-4D8E-411D-8B21-ADC4D3CFDB30}" presName="spacer" presStyleCnt="0"/>
      <dgm:spPr/>
    </dgm:pt>
    <dgm:pt modelId="{ECB6B54D-8CA0-4268-94B5-F78C9623874B}" type="pres">
      <dgm:prSet presAssocID="{34F05A63-4D50-44C5-A6F2-99979D3BFF5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75D4651-13D4-4D3D-8BEE-3FE1F8ABD22C}" type="pres">
      <dgm:prSet presAssocID="{AA56EC95-7E74-4F66-922A-A3D40A6BD105}" presName="spacer" presStyleCnt="0"/>
      <dgm:spPr/>
    </dgm:pt>
    <dgm:pt modelId="{F00CD077-C2E2-4318-92D7-A7248A8EAA58}" type="pres">
      <dgm:prSet presAssocID="{9DF637E8-DFD9-49A9-B862-33C4304C742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987B717-3C0A-4190-AD13-DA7ACEB870D4}" type="pres">
      <dgm:prSet presAssocID="{A190034F-BE8A-4B03-B37E-FADB55DBBB58}" presName="spacer" presStyleCnt="0"/>
      <dgm:spPr/>
    </dgm:pt>
    <dgm:pt modelId="{042C82EF-24BA-4357-B105-ACFA89C072E5}" type="pres">
      <dgm:prSet presAssocID="{75120836-99FF-4EDF-BD5D-C78FEFB1690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AE7700A-9895-4729-99A8-F33AE87FB643}" srcId="{C655E3CF-66BE-4D75-903B-49E37B287798}" destId="{75120836-99FF-4EDF-BD5D-C78FEFB1690E}" srcOrd="3" destOrd="0" parTransId="{B61642BD-CD06-4FCA-A26F-E3C020B71322}" sibTransId="{4030546A-7DAF-467A-AE86-2FE79379C3A3}"/>
    <dgm:cxn modelId="{3B36DA26-D37C-4EB2-A0A6-CD70EEA11ED0}" type="presOf" srcId="{75120836-99FF-4EDF-BD5D-C78FEFB1690E}" destId="{042C82EF-24BA-4357-B105-ACFA89C072E5}" srcOrd="0" destOrd="0" presId="urn:microsoft.com/office/officeart/2005/8/layout/vList2"/>
    <dgm:cxn modelId="{1506C8A7-8557-4242-A868-A48C63214996}" type="presOf" srcId="{C655E3CF-66BE-4D75-903B-49E37B287798}" destId="{903D28FE-618F-4092-BA41-53005FAEFD94}" srcOrd="0" destOrd="0" presId="urn:microsoft.com/office/officeart/2005/8/layout/vList2"/>
    <dgm:cxn modelId="{630BC6A8-B048-48D9-9304-42D4F8AC1B00}" type="presOf" srcId="{9DF637E8-DFD9-49A9-B862-33C4304C742D}" destId="{F00CD077-C2E2-4318-92D7-A7248A8EAA58}" srcOrd="0" destOrd="0" presId="urn:microsoft.com/office/officeart/2005/8/layout/vList2"/>
    <dgm:cxn modelId="{7810AABA-CF99-4787-88EB-8BD92EEB6549}" srcId="{C655E3CF-66BE-4D75-903B-49E37B287798}" destId="{9BA55C50-1FE7-4747-A434-C2BF1791E01A}" srcOrd="0" destOrd="0" parTransId="{50061BD3-0881-4AA6-A982-C63466BB59B9}" sibTransId="{0A1B0E9A-4D8E-411D-8B21-ADC4D3CFDB30}"/>
    <dgm:cxn modelId="{1D5EAFC3-990D-4C58-B536-A65CA5B64102}" type="presOf" srcId="{9BA55C50-1FE7-4747-A434-C2BF1791E01A}" destId="{5B691BAF-5BF9-4FCC-88D1-2451DA6DFD32}" srcOrd="0" destOrd="0" presId="urn:microsoft.com/office/officeart/2005/8/layout/vList2"/>
    <dgm:cxn modelId="{AC965ED7-573F-4B7F-AE22-F3D475276B25}" srcId="{C655E3CF-66BE-4D75-903B-49E37B287798}" destId="{34F05A63-4D50-44C5-A6F2-99979D3BFF50}" srcOrd="1" destOrd="0" parTransId="{D08B3099-84C3-4144-BD3F-B9E294922C1D}" sibTransId="{AA56EC95-7E74-4F66-922A-A3D40A6BD105}"/>
    <dgm:cxn modelId="{F9664EE8-E7E3-4E0E-B4E9-BA486D5C8C93}" type="presOf" srcId="{34F05A63-4D50-44C5-A6F2-99979D3BFF50}" destId="{ECB6B54D-8CA0-4268-94B5-F78C9623874B}" srcOrd="0" destOrd="0" presId="urn:microsoft.com/office/officeart/2005/8/layout/vList2"/>
    <dgm:cxn modelId="{A9DF0CEF-B2E9-48F6-A5D5-AE41832D7C12}" srcId="{C655E3CF-66BE-4D75-903B-49E37B287798}" destId="{9DF637E8-DFD9-49A9-B862-33C4304C742D}" srcOrd="2" destOrd="0" parTransId="{14C75956-E6C0-47DF-A0D7-75203D67554E}" sibTransId="{A190034F-BE8A-4B03-B37E-FADB55DBBB58}"/>
    <dgm:cxn modelId="{07218103-A002-41E3-878F-0FBB9B9F23F8}" type="presParOf" srcId="{903D28FE-618F-4092-BA41-53005FAEFD94}" destId="{5B691BAF-5BF9-4FCC-88D1-2451DA6DFD32}" srcOrd="0" destOrd="0" presId="urn:microsoft.com/office/officeart/2005/8/layout/vList2"/>
    <dgm:cxn modelId="{D4458117-E213-48B8-A05F-F8691BCDD042}" type="presParOf" srcId="{903D28FE-618F-4092-BA41-53005FAEFD94}" destId="{1E33A192-90A1-487A-909D-C82FBE518F15}" srcOrd="1" destOrd="0" presId="urn:microsoft.com/office/officeart/2005/8/layout/vList2"/>
    <dgm:cxn modelId="{7322CCB5-1DB2-4E9A-A423-5553DD205783}" type="presParOf" srcId="{903D28FE-618F-4092-BA41-53005FAEFD94}" destId="{ECB6B54D-8CA0-4268-94B5-F78C9623874B}" srcOrd="2" destOrd="0" presId="urn:microsoft.com/office/officeart/2005/8/layout/vList2"/>
    <dgm:cxn modelId="{CE2A9B20-6A7A-4630-A898-BE2A87A23684}" type="presParOf" srcId="{903D28FE-618F-4092-BA41-53005FAEFD94}" destId="{E75D4651-13D4-4D3D-8BEE-3FE1F8ABD22C}" srcOrd="3" destOrd="0" presId="urn:microsoft.com/office/officeart/2005/8/layout/vList2"/>
    <dgm:cxn modelId="{4DDBD8D4-8B38-4AE1-9164-00D707727783}" type="presParOf" srcId="{903D28FE-618F-4092-BA41-53005FAEFD94}" destId="{F00CD077-C2E2-4318-92D7-A7248A8EAA58}" srcOrd="4" destOrd="0" presId="urn:microsoft.com/office/officeart/2005/8/layout/vList2"/>
    <dgm:cxn modelId="{64E376E1-9E18-4AAA-8A63-243582A14DB7}" type="presParOf" srcId="{903D28FE-618F-4092-BA41-53005FAEFD94}" destId="{8987B717-3C0A-4190-AD13-DA7ACEB870D4}" srcOrd="5" destOrd="0" presId="urn:microsoft.com/office/officeart/2005/8/layout/vList2"/>
    <dgm:cxn modelId="{4785CBBB-B8EC-40C8-94E5-6B8A44E1322C}" type="presParOf" srcId="{903D28FE-618F-4092-BA41-53005FAEFD94}" destId="{042C82EF-24BA-4357-B105-ACFA89C072E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5FCCA4-C0A0-4717-83F8-E94EE7A8C71C}">
      <dsp:nvSpPr>
        <dsp:cNvPr id="0" name=""/>
        <dsp:cNvSpPr/>
      </dsp:nvSpPr>
      <dsp:spPr>
        <a:xfrm>
          <a:off x="0" y="634459"/>
          <a:ext cx="6666833" cy="1701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833120" rIns="517420" bIns="284480" numCol="1" spcCol="1270" anchor="t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000" kern="1200"/>
            <a:t>Predict unit sales</a:t>
          </a:r>
        </a:p>
      </dsp:txBody>
      <dsp:txXfrm>
        <a:off x="0" y="634459"/>
        <a:ext cx="6666833" cy="1701000"/>
      </dsp:txXfrm>
    </dsp:sp>
    <dsp:sp modelId="{AB174E90-8AC2-4B71-AD52-ABBDB5C2DE8F}">
      <dsp:nvSpPr>
        <dsp:cNvPr id="0" name=""/>
        <dsp:cNvSpPr/>
      </dsp:nvSpPr>
      <dsp:spPr>
        <a:xfrm>
          <a:off x="333341" y="44059"/>
          <a:ext cx="4666783" cy="1180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Demand Forecast</a:t>
          </a:r>
        </a:p>
      </dsp:txBody>
      <dsp:txXfrm>
        <a:off x="390983" y="101701"/>
        <a:ext cx="4551499" cy="1065516"/>
      </dsp:txXfrm>
    </dsp:sp>
    <dsp:sp modelId="{6DBBB4EA-0208-4AB6-BFCF-15F2D1CC63F9}">
      <dsp:nvSpPr>
        <dsp:cNvPr id="0" name=""/>
        <dsp:cNvSpPr/>
      </dsp:nvSpPr>
      <dsp:spPr>
        <a:xfrm>
          <a:off x="0" y="3141860"/>
          <a:ext cx="6666833" cy="226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833120" rIns="517420" bIns="284480" numCol="1" spcCol="1270" anchor="t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000" kern="1200"/>
            <a:t>Accurate forecast – inventory optimization</a:t>
          </a:r>
        </a:p>
      </dsp:txBody>
      <dsp:txXfrm>
        <a:off x="0" y="3141860"/>
        <a:ext cx="6666833" cy="2268000"/>
      </dsp:txXfrm>
    </dsp:sp>
    <dsp:sp modelId="{E9675AD2-DA3E-4D99-B0AE-788AE79085E8}">
      <dsp:nvSpPr>
        <dsp:cNvPr id="0" name=""/>
        <dsp:cNvSpPr/>
      </dsp:nvSpPr>
      <dsp:spPr>
        <a:xfrm>
          <a:off x="333341" y="2551460"/>
          <a:ext cx="4666783" cy="1180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Importance</a:t>
          </a:r>
        </a:p>
      </dsp:txBody>
      <dsp:txXfrm>
        <a:off x="390983" y="2609102"/>
        <a:ext cx="4551499" cy="10655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AF3662-D314-4A56-8BFD-7F6DB4759C88}">
      <dsp:nvSpPr>
        <dsp:cNvPr id="0" name=""/>
        <dsp:cNvSpPr/>
      </dsp:nvSpPr>
      <dsp:spPr>
        <a:xfrm>
          <a:off x="82613" y="90855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416AFA-FD8A-48FF-8F58-4EBBB2E15541}">
      <dsp:nvSpPr>
        <dsp:cNvPr id="0" name=""/>
        <dsp:cNvSpPr/>
      </dsp:nvSpPr>
      <dsp:spPr>
        <a:xfrm>
          <a:off x="271034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B6C595-21DD-4CDD-A6A3-1C92E1B0CDEC}">
      <dsp:nvSpPr>
        <dsp:cNvPr id="0" name=""/>
        <dsp:cNvSpPr/>
      </dsp:nvSpPr>
      <dsp:spPr>
        <a:xfrm>
          <a:off x="1172126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Corporación Favorita Grocery Sales Forecasting</a:t>
          </a:r>
        </a:p>
      </dsp:txBody>
      <dsp:txXfrm>
        <a:off x="1172126" y="908559"/>
        <a:ext cx="2114937" cy="897246"/>
      </dsp:txXfrm>
    </dsp:sp>
    <dsp:sp modelId="{06D87B76-6D6A-403D-9DBD-3CFC1A277200}">
      <dsp:nvSpPr>
        <dsp:cNvPr id="0" name=""/>
        <dsp:cNvSpPr/>
      </dsp:nvSpPr>
      <dsp:spPr>
        <a:xfrm>
          <a:off x="3655575" y="90855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AE0178-5A97-4123-896A-0170C941FC8F}">
      <dsp:nvSpPr>
        <dsp:cNvPr id="0" name=""/>
        <dsp:cNvSpPr/>
      </dsp:nvSpPr>
      <dsp:spPr>
        <a:xfrm>
          <a:off x="3843996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E8DB26-B63F-47E9-8861-A6A3D0386D12}">
      <dsp:nvSpPr>
        <dsp:cNvPr id="0" name=""/>
        <dsp:cNvSpPr/>
      </dsp:nvSpPr>
      <dsp:spPr>
        <a:xfrm>
          <a:off x="4745088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Region: Guayas</a:t>
          </a:r>
        </a:p>
      </dsp:txBody>
      <dsp:txXfrm>
        <a:off x="4745088" y="908559"/>
        <a:ext cx="2114937" cy="897246"/>
      </dsp:txXfrm>
    </dsp:sp>
    <dsp:sp modelId="{24100FC4-8EE6-4F64-BFC9-00D336ADA867}">
      <dsp:nvSpPr>
        <dsp:cNvPr id="0" name=""/>
        <dsp:cNvSpPr/>
      </dsp:nvSpPr>
      <dsp:spPr>
        <a:xfrm>
          <a:off x="7228536" y="90855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D41364-0613-491D-AC8E-B9A47CCB81C0}">
      <dsp:nvSpPr>
        <dsp:cNvPr id="0" name=""/>
        <dsp:cNvSpPr/>
      </dsp:nvSpPr>
      <dsp:spPr>
        <a:xfrm>
          <a:off x="7416958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AF1E6A-64F5-41F0-9091-D46656AC8275}">
      <dsp:nvSpPr>
        <dsp:cNvPr id="0" name=""/>
        <dsp:cNvSpPr/>
      </dsp:nvSpPr>
      <dsp:spPr>
        <a:xfrm>
          <a:off x="8318049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Product Families: Top 3 (Grocery I, Beverages, Cleaning)</a:t>
          </a:r>
        </a:p>
      </dsp:txBody>
      <dsp:txXfrm>
        <a:off x="8318049" y="908559"/>
        <a:ext cx="2114937" cy="897246"/>
      </dsp:txXfrm>
    </dsp:sp>
    <dsp:sp modelId="{D48A012F-E635-4033-9ADC-68D5446573D6}">
      <dsp:nvSpPr>
        <dsp:cNvPr id="0" name=""/>
        <dsp:cNvSpPr/>
      </dsp:nvSpPr>
      <dsp:spPr>
        <a:xfrm>
          <a:off x="82613" y="254553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687D67-5CFB-4C01-8704-86DDE38EDD3F}">
      <dsp:nvSpPr>
        <dsp:cNvPr id="0" name=""/>
        <dsp:cNvSpPr/>
      </dsp:nvSpPr>
      <dsp:spPr>
        <a:xfrm>
          <a:off x="271034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74550C-3B4E-4FE0-888C-E4ECF107AD26}">
      <dsp:nvSpPr>
        <dsp:cNvPr id="0" name=""/>
        <dsp:cNvSpPr/>
      </dsp:nvSpPr>
      <dsp:spPr>
        <a:xfrm>
          <a:off x="1172126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Time Range: Jan 01 2013 – March 31 2014</a:t>
          </a:r>
        </a:p>
      </dsp:txBody>
      <dsp:txXfrm>
        <a:off x="1172126" y="2545532"/>
        <a:ext cx="2114937" cy="897246"/>
      </dsp:txXfrm>
    </dsp:sp>
    <dsp:sp modelId="{603FAED3-D288-4265-B952-2392189F0113}">
      <dsp:nvSpPr>
        <dsp:cNvPr id="0" name=""/>
        <dsp:cNvSpPr/>
      </dsp:nvSpPr>
      <dsp:spPr>
        <a:xfrm>
          <a:off x="3655575" y="254553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E4335F-3DEA-41D5-82C5-08B4EA5FD98F}">
      <dsp:nvSpPr>
        <dsp:cNvPr id="0" name=""/>
        <dsp:cNvSpPr/>
      </dsp:nvSpPr>
      <dsp:spPr>
        <a:xfrm>
          <a:off x="3843996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7C7493-D6DC-4D2E-A06B-28D402688B3B}">
      <dsp:nvSpPr>
        <dsp:cNvPr id="0" name=""/>
        <dsp:cNvSpPr/>
      </dsp:nvSpPr>
      <dsp:spPr>
        <a:xfrm>
          <a:off x="4745088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Target Variable: Unit_sales</a:t>
          </a:r>
        </a:p>
      </dsp:txBody>
      <dsp:txXfrm>
        <a:off x="4745088" y="2545532"/>
        <a:ext cx="2114937" cy="897246"/>
      </dsp:txXfrm>
    </dsp:sp>
    <dsp:sp modelId="{5E8AE319-2DCE-414E-BD46-47D396F31DD1}">
      <dsp:nvSpPr>
        <dsp:cNvPr id="0" name=""/>
        <dsp:cNvSpPr/>
      </dsp:nvSpPr>
      <dsp:spPr>
        <a:xfrm>
          <a:off x="7228536" y="254553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A395D4-B43C-45F5-9393-485A8F77642E}">
      <dsp:nvSpPr>
        <dsp:cNvPr id="0" name=""/>
        <dsp:cNvSpPr/>
      </dsp:nvSpPr>
      <dsp:spPr>
        <a:xfrm>
          <a:off x="7416958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68DA72-ADB1-4A67-9672-4F80AD711605}">
      <dsp:nvSpPr>
        <dsp:cNvPr id="0" name=""/>
        <dsp:cNvSpPr/>
      </dsp:nvSpPr>
      <dsp:spPr>
        <a:xfrm>
          <a:off x="8318049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2,750,000 records</a:t>
          </a:r>
        </a:p>
      </dsp:txBody>
      <dsp:txXfrm>
        <a:off x="8318049" y="2545532"/>
        <a:ext cx="2114937" cy="8972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C12008-FECB-4349-9A71-F4190D01168A}">
      <dsp:nvSpPr>
        <dsp:cNvPr id="0" name=""/>
        <dsp:cNvSpPr/>
      </dsp:nvSpPr>
      <dsp:spPr>
        <a:xfrm>
          <a:off x="0" y="2700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ED9BA0-A6C0-4542-BB6C-9D17B481FA31}">
      <dsp:nvSpPr>
        <dsp:cNvPr id="0" name=""/>
        <dsp:cNvSpPr/>
      </dsp:nvSpPr>
      <dsp:spPr>
        <a:xfrm>
          <a:off x="0" y="2700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Lag_1</a:t>
          </a:r>
        </a:p>
      </dsp:txBody>
      <dsp:txXfrm>
        <a:off x="0" y="2700"/>
        <a:ext cx="6291714" cy="920888"/>
      </dsp:txXfrm>
    </dsp:sp>
    <dsp:sp modelId="{83DE6490-06F8-4E3A-AAE1-5F52A9F394A2}">
      <dsp:nvSpPr>
        <dsp:cNvPr id="0" name=""/>
        <dsp:cNvSpPr/>
      </dsp:nvSpPr>
      <dsp:spPr>
        <a:xfrm>
          <a:off x="0" y="923589"/>
          <a:ext cx="6291714" cy="0"/>
        </a:xfrm>
        <a:prstGeom prst="line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FB2A97-ACE2-4C41-B4EA-B21749D729DD}">
      <dsp:nvSpPr>
        <dsp:cNvPr id="0" name=""/>
        <dsp:cNvSpPr/>
      </dsp:nvSpPr>
      <dsp:spPr>
        <a:xfrm>
          <a:off x="0" y="923589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Lag_7</a:t>
          </a:r>
        </a:p>
      </dsp:txBody>
      <dsp:txXfrm>
        <a:off x="0" y="923589"/>
        <a:ext cx="6291714" cy="920888"/>
      </dsp:txXfrm>
    </dsp:sp>
    <dsp:sp modelId="{E8651A67-ADA8-49B9-B6C7-830920269905}">
      <dsp:nvSpPr>
        <dsp:cNvPr id="0" name=""/>
        <dsp:cNvSpPr/>
      </dsp:nvSpPr>
      <dsp:spPr>
        <a:xfrm>
          <a:off x="0" y="1844478"/>
          <a:ext cx="6291714" cy="0"/>
        </a:xfrm>
        <a:prstGeom prst="line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7F2046-4FA8-4816-9D1F-305C97983433}">
      <dsp:nvSpPr>
        <dsp:cNvPr id="0" name=""/>
        <dsp:cNvSpPr/>
      </dsp:nvSpPr>
      <dsp:spPr>
        <a:xfrm>
          <a:off x="0" y="1844478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Lag_30</a:t>
          </a:r>
        </a:p>
      </dsp:txBody>
      <dsp:txXfrm>
        <a:off x="0" y="1844478"/>
        <a:ext cx="6291714" cy="920888"/>
      </dsp:txXfrm>
    </dsp:sp>
    <dsp:sp modelId="{6D4249AD-4DCC-4315-9F20-A4036450DBB2}">
      <dsp:nvSpPr>
        <dsp:cNvPr id="0" name=""/>
        <dsp:cNvSpPr/>
      </dsp:nvSpPr>
      <dsp:spPr>
        <a:xfrm>
          <a:off x="0" y="2765367"/>
          <a:ext cx="6291714" cy="0"/>
        </a:xfrm>
        <a:prstGeom prst="line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0C6A25-EC0B-4845-A52A-2CD18DEA2F41}">
      <dsp:nvSpPr>
        <dsp:cNvPr id="0" name=""/>
        <dsp:cNvSpPr/>
      </dsp:nvSpPr>
      <dsp:spPr>
        <a:xfrm>
          <a:off x="0" y="2765367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Is_weekend</a:t>
          </a:r>
        </a:p>
      </dsp:txBody>
      <dsp:txXfrm>
        <a:off x="0" y="2765367"/>
        <a:ext cx="6291714" cy="920888"/>
      </dsp:txXfrm>
    </dsp:sp>
    <dsp:sp modelId="{AF087575-0086-4297-BC55-1FB6DA607FDD}">
      <dsp:nvSpPr>
        <dsp:cNvPr id="0" name=""/>
        <dsp:cNvSpPr/>
      </dsp:nvSpPr>
      <dsp:spPr>
        <a:xfrm>
          <a:off x="0" y="3686256"/>
          <a:ext cx="6291714" cy="0"/>
        </a:xfrm>
        <a:prstGeom prst="line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2E4207-D4FD-44C5-BA41-082213FE78EE}">
      <dsp:nvSpPr>
        <dsp:cNvPr id="0" name=""/>
        <dsp:cNvSpPr/>
      </dsp:nvSpPr>
      <dsp:spPr>
        <a:xfrm>
          <a:off x="0" y="3686256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Rolling_std_7</a:t>
          </a:r>
        </a:p>
      </dsp:txBody>
      <dsp:txXfrm>
        <a:off x="0" y="3686256"/>
        <a:ext cx="6291714" cy="920888"/>
      </dsp:txXfrm>
    </dsp:sp>
    <dsp:sp modelId="{0C933C0D-DDC7-4D1E-81FA-41CCA026F451}">
      <dsp:nvSpPr>
        <dsp:cNvPr id="0" name=""/>
        <dsp:cNvSpPr/>
      </dsp:nvSpPr>
      <dsp:spPr>
        <a:xfrm>
          <a:off x="0" y="4607145"/>
          <a:ext cx="629171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383230-17A8-4ABE-96E3-D20BAEDD4DA5}">
      <dsp:nvSpPr>
        <dsp:cNvPr id="0" name=""/>
        <dsp:cNvSpPr/>
      </dsp:nvSpPr>
      <dsp:spPr>
        <a:xfrm>
          <a:off x="0" y="4607145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Holiday_events</a:t>
          </a:r>
        </a:p>
      </dsp:txBody>
      <dsp:txXfrm>
        <a:off x="0" y="4607145"/>
        <a:ext cx="6291714" cy="9208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F3E408-A999-49CE-9445-3AAC3225138E}">
      <dsp:nvSpPr>
        <dsp:cNvPr id="0" name=""/>
        <dsp:cNvSpPr/>
      </dsp:nvSpPr>
      <dsp:spPr>
        <a:xfrm>
          <a:off x="538" y="2256195"/>
          <a:ext cx="1886858" cy="702000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ARIMA</a:t>
          </a:r>
        </a:p>
      </dsp:txBody>
      <dsp:txXfrm>
        <a:off x="351538" y="2256195"/>
        <a:ext cx="1184858" cy="702000"/>
      </dsp:txXfrm>
    </dsp:sp>
    <dsp:sp modelId="{61FFD5E5-7622-4EC4-A4EA-1A215962AAC5}">
      <dsp:nvSpPr>
        <dsp:cNvPr id="0" name=""/>
        <dsp:cNvSpPr/>
      </dsp:nvSpPr>
      <dsp:spPr>
        <a:xfrm>
          <a:off x="538" y="3045945"/>
          <a:ext cx="1509486" cy="23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300" kern="1200" dirty="0"/>
        </a:p>
      </dsp:txBody>
      <dsp:txXfrm>
        <a:off x="538" y="3045945"/>
        <a:ext cx="1509486" cy="234000"/>
      </dsp:txXfrm>
    </dsp:sp>
    <dsp:sp modelId="{154C716C-39C5-452B-B497-B79BD2FBB8E0}">
      <dsp:nvSpPr>
        <dsp:cNvPr id="0" name=""/>
        <dsp:cNvSpPr/>
      </dsp:nvSpPr>
      <dsp:spPr>
        <a:xfrm>
          <a:off x="1671397" y="2256195"/>
          <a:ext cx="1886858" cy="702000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XGBoost</a:t>
          </a:r>
        </a:p>
      </dsp:txBody>
      <dsp:txXfrm>
        <a:off x="2022397" y="2256195"/>
        <a:ext cx="1184858" cy="702000"/>
      </dsp:txXfrm>
    </dsp:sp>
    <dsp:sp modelId="{1FF56DAC-D4BF-46BA-B418-6B9DA05BC171}">
      <dsp:nvSpPr>
        <dsp:cNvPr id="0" name=""/>
        <dsp:cNvSpPr/>
      </dsp:nvSpPr>
      <dsp:spPr>
        <a:xfrm>
          <a:off x="1671397" y="3045945"/>
          <a:ext cx="1509486" cy="23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300" kern="1200" dirty="0"/>
        </a:p>
      </dsp:txBody>
      <dsp:txXfrm>
        <a:off x="1671397" y="3045945"/>
        <a:ext cx="1509486" cy="234000"/>
      </dsp:txXfrm>
    </dsp:sp>
    <dsp:sp modelId="{F95BB78C-54ED-4092-893C-5E49A04F850C}">
      <dsp:nvSpPr>
        <dsp:cNvPr id="0" name=""/>
        <dsp:cNvSpPr/>
      </dsp:nvSpPr>
      <dsp:spPr>
        <a:xfrm>
          <a:off x="3342256" y="2256195"/>
          <a:ext cx="1886858" cy="70200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Exponential Smoothing (Holt-Winters)</a:t>
          </a:r>
        </a:p>
      </dsp:txBody>
      <dsp:txXfrm>
        <a:off x="3693256" y="2256195"/>
        <a:ext cx="1184858" cy="702000"/>
      </dsp:txXfrm>
    </dsp:sp>
    <dsp:sp modelId="{A843E34F-AEC6-47A8-A413-D5CB0F391FBF}">
      <dsp:nvSpPr>
        <dsp:cNvPr id="0" name=""/>
        <dsp:cNvSpPr/>
      </dsp:nvSpPr>
      <dsp:spPr>
        <a:xfrm>
          <a:off x="3342256" y="3045945"/>
          <a:ext cx="1509486" cy="23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300" kern="1200" dirty="0"/>
        </a:p>
      </dsp:txBody>
      <dsp:txXfrm>
        <a:off x="3342256" y="3045945"/>
        <a:ext cx="1509486" cy="234000"/>
      </dsp:txXfrm>
    </dsp:sp>
    <dsp:sp modelId="{4CFBB7A2-17DB-4C40-BBAC-DED797516C35}">
      <dsp:nvSpPr>
        <dsp:cNvPr id="0" name=""/>
        <dsp:cNvSpPr/>
      </dsp:nvSpPr>
      <dsp:spPr>
        <a:xfrm>
          <a:off x="5013114" y="2256195"/>
          <a:ext cx="1886858" cy="702000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Prophet</a:t>
          </a:r>
        </a:p>
      </dsp:txBody>
      <dsp:txXfrm>
        <a:off x="5364114" y="2256195"/>
        <a:ext cx="1184858" cy="702000"/>
      </dsp:txXfrm>
    </dsp:sp>
    <dsp:sp modelId="{FD5875FB-68E1-45DA-AF37-662EB9DE0EA6}">
      <dsp:nvSpPr>
        <dsp:cNvPr id="0" name=""/>
        <dsp:cNvSpPr/>
      </dsp:nvSpPr>
      <dsp:spPr>
        <a:xfrm>
          <a:off x="5013114" y="3045945"/>
          <a:ext cx="1509486" cy="23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300" kern="1200" dirty="0"/>
        </a:p>
      </dsp:txBody>
      <dsp:txXfrm>
        <a:off x="5013114" y="3045945"/>
        <a:ext cx="1509486" cy="234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AA28AC-2353-4967-BFD9-BADA853DE6DF}">
      <dsp:nvSpPr>
        <dsp:cNvPr id="0" name=""/>
        <dsp:cNvSpPr/>
      </dsp:nvSpPr>
      <dsp:spPr>
        <a:xfrm>
          <a:off x="0" y="207036"/>
          <a:ext cx="6364224" cy="14320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Uses past values and errors to predict future steps</a:t>
          </a:r>
        </a:p>
      </dsp:txBody>
      <dsp:txXfrm>
        <a:off x="69908" y="276944"/>
        <a:ext cx="6224408" cy="1292264"/>
      </dsp:txXfrm>
    </dsp:sp>
    <dsp:sp modelId="{BC2E3745-8480-4037-8A49-91917F82799B}">
      <dsp:nvSpPr>
        <dsp:cNvPr id="0" name=""/>
        <dsp:cNvSpPr/>
      </dsp:nvSpPr>
      <dsp:spPr>
        <a:xfrm>
          <a:off x="0" y="1742796"/>
          <a:ext cx="6364224" cy="143208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First model used as a baseline to compare others to</a:t>
          </a:r>
        </a:p>
      </dsp:txBody>
      <dsp:txXfrm>
        <a:off x="69908" y="1812704"/>
        <a:ext cx="6224408" cy="1292264"/>
      </dsp:txXfrm>
    </dsp:sp>
    <dsp:sp modelId="{B5224F32-20AA-432F-BE6C-6F589D805D3D}">
      <dsp:nvSpPr>
        <dsp:cNvPr id="0" name=""/>
        <dsp:cNvSpPr/>
      </dsp:nvSpPr>
      <dsp:spPr>
        <a:xfrm>
          <a:off x="0" y="3278556"/>
          <a:ext cx="6364224" cy="143208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Useful on aggregated data (e.g. total sales per day)</a:t>
          </a:r>
        </a:p>
      </dsp:txBody>
      <dsp:txXfrm>
        <a:off x="69908" y="3348464"/>
        <a:ext cx="6224408" cy="1292264"/>
      </dsp:txXfrm>
    </dsp:sp>
    <dsp:sp modelId="{7CA05859-1986-4996-A83D-1E522AFA002B}">
      <dsp:nvSpPr>
        <dsp:cNvPr id="0" name=""/>
        <dsp:cNvSpPr/>
      </dsp:nvSpPr>
      <dsp:spPr>
        <a:xfrm>
          <a:off x="0" y="4710636"/>
          <a:ext cx="6364224" cy="59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/>
            <a:t>Less useful for individual items</a:t>
          </a:r>
        </a:p>
      </dsp:txBody>
      <dsp:txXfrm>
        <a:off x="0" y="4710636"/>
        <a:ext cx="6364224" cy="5961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AA28AC-2353-4967-BFD9-BADA853DE6DF}">
      <dsp:nvSpPr>
        <dsp:cNvPr id="0" name=""/>
        <dsp:cNvSpPr/>
      </dsp:nvSpPr>
      <dsp:spPr>
        <a:xfrm>
          <a:off x="0" y="207036"/>
          <a:ext cx="6364224" cy="14320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Uses past values and errors to predict future steps</a:t>
          </a:r>
        </a:p>
      </dsp:txBody>
      <dsp:txXfrm>
        <a:off x="69908" y="276944"/>
        <a:ext cx="6224408" cy="1292264"/>
      </dsp:txXfrm>
    </dsp:sp>
    <dsp:sp modelId="{BC2E3745-8480-4037-8A49-91917F82799B}">
      <dsp:nvSpPr>
        <dsp:cNvPr id="0" name=""/>
        <dsp:cNvSpPr/>
      </dsp:nvSpPr>
      <dsp:spPr>
        <a:xfrm>
          <a:off x="0" y="1742796"/>
          <a:ext cx="6364224" cy="143208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First model used as a baseline to compare others to</a:t>
          </a:r>
        </a:p>
      </dsp:txBody>
      <dsp:txXfrm>
        <a:off x="69908" y="1812704"/>
        <a:ext cx="6224408" cy="1292264"/>
      </dsp:txXfrm>
    </dsp:sp>
    <dsp:sp modelId="{B5224F32-20AA-432F-BE6C-6F589D805D3D}">
      <dsp:nvSpPr>
        <dsp:cNvPr id="0" name=""/>
        <dsp:cNvSpPr/>
      </dsp:nvSpPr>
      <dsp:spPr>
        <a:xfrm>
          <a:off x="0" y="3278556"/>
          <a:ext cx="6364224" cy="143208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Useful on aggregated data (e.g. total sales per day)</a:t>
          </a:r>
        </a:p>
      </dsp:txBody>
      <dsp:txXfrm>
        <a:off x="69908" y="3348464"/>
        <a:ext cx="6224408" cy="1292264"/>
      </dsp:txXfrm>
    </dsp:sp>
    <dsp:sp modelId="{7CA05859-1986-4996-A83D-1E522AFA002B}">
      <dsp:nvSpPr>
        <dsp:cNvPr id="0" name=""/>
        <dsp:cNvSpPr/>
      </dsp:nvSpPr>
      <dsp:spPr>
        <a:xfrm>
          <a:off x="0" y="4710636"/>
          <a:ext cx="6364224" cy="59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/>
            <a:t>Less useful for individual items</a:t>
          </a:r>
        </a:p>
      </dsp:txBody>
      <dsp:txXfrm>
        <a:off x="0" y="4710636"/>
        <a:ext cx="6364224" cy="59616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AA28AC-2353-4967-BFD9-BADA853DE6DF}">
      <dsp:nvSpPr>
        <dsp:cNvPr id="0" name=""/>
        <dsp:cNvSpPr/>
      </dsp:nvSpPr>
      <dsp:spPr>
        <a:xfrm>
          <a:off x="0" y="207036"/>
          <a:ext cx="6364224" cy="14320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Uses past values and errors to predict future steps</a:t>
          </a:r>
        </a:p>
      </dsp:txBody>
      <dsp:txXfrm>
        <a:off x="69908" y="276944"/>
        <a:ext cx="6224408" cy="1292264"/>
      </dsp:txXfrm>
    </dsp:sp>
    <dsp:sp modelId="{BC2E3745-8480-4037-8A49-91917F82799B}">
      <dsp:nvSpPr>
        <dsp:cNvPr id="0" name=""/>
        <dsp:cNvSpPr/>
      </dsp:nvSpPr>
      <dsp:spPr>
        <a:xfrm>
          <a:off x="0" y="1742796"/>
          <a:ext cx="6364224" cy="143208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First model used as a baseline to compare others to</a:t>
          </a:r>
        </a:p>
      </dsp:txBody>
      <dsp:txXfrm>
        <a:off x="69908" y="1812704"/>
        <a:ext cx="6224408" cy="1292264"/>
      </dsp:txXfrm>
    </dsp:sp>
    <dsp:sp modelId="{B5224F32-20AA-432F-BE6C-6F589D805D3D}">
      <dsp:nvSpPr>
        <dsp:cNvPr id="0" name=""/>
        <dsp:cNvSpPr/>
      </dsp:nvSpPr>
      <dsp:spPr>
        <a:xfrm>
          <a:off x="0" y="3278556"/>
          <a:ext cx="6364224" cy="143208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Useful on aggregated data (e.g. total sales per day)</a:t>
          </a:r>
        </a:p>
      </dsp:txBody>
      <dsp:txXfrm>
        <a:off x="69908" y="3348464"/>
        <a:ext cx="6224408" cy="1292264"/>
      </dsp:txXfrm>
    </dsp:sp>
    <dsp:sp modelId="{7CA05859-1986-4996-A83D-1E522AFA002B}">
      <dsp:nvSpPr>
        <dsp:cNvPr id="0" name=""/>
        <dsp:cNvSpPr/>
      </dsp:nvSpPr>
      <dsp:spPr>
        <a:xfrm>
          <a:off x="0" y="4710636"/>
          <a:ext cx="6364224" cy="59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/>
            <a:t>Less useful for individual items</a:t>
          </a:r>
        </a:p>
      </dsp:txBody>
      <dsp:txXfrm>
        <a:off x="0" y="4710636"/>
        <a:ext cx="6364224" cy="59616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AA28AC-2353-4967-BFD9-BADA853DE6DF}">
      <dsp:nvSpPr>
        <dsp:cNvPr id="0" name=""/>
        <dsp:cNvSpPr/>
      </dsp:nvSpPr>
      <dsp:spPr>
        <a:xfrm>
          <a:off x="0" y="207036"/>
          <a:ext cx="6364224" cy="14320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Uses past values and errors to predict future steps</a:t>
          </a:r>
        </a:p>
      </dsp:txBody>
      <dsp:txXfrm>
        <a:off x="69908" y="276944"/>
        <a:ext cx="6224408" cy="1292264"/>
      </dsp:txXfrm>
    </dsp:sp>
    <dsp:sp modelId="{BC2E3745-8480-4037-8A49-91917F82799B}">
      <dsp:nvSpPr>
        <dsp:cNvPr id="0" name=""/>
        <dsp:cNvSpPr/>
      </dsp:nvSpPr>
      <dsp:spPr>
        <a:xfrm>
          <a:off x="0" y="1742796"/>
          <a:ext cx="6364224" cy="143208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First model used as a baseline to compare others to</a:t>
          </a:r>
        </a:p>
      </dsp:txBody>
      <dsp:txXfrm>
        <a:off x="69908" y="1812704"/>
        <a:ext cx="6224408" cy="1292264"/>
      </dsp:txXfrm>
    </dsp:sp>
    <dsp:sp modelId="{B5224F32-20AA-432F-BE6C-6F589D805D3D}">
      <dsp:nvSpPr>
        <dsp:cNvPr id="0" name=""/>
        <dsp:cNvSpPr/>
      </dsp:nvSpPr>
      <dsp:spPr>
        <a:xfrm>
          <a:off x="0" y="3278556"/>
          <a:ext cx="6364224" cy="143208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Useful on aggregated data (e.g. total sales per day)</a:t>
          </a:r>
        </a:p>
      </dsp:txBody>
      <dsp:txXfrm>
        <a:off x="69908" y="3348464"/>
        <a:ext cx="6224408" cy="1292264"/>
      </dsp:txXfrm>
    </dsp:sp>
    <dsp:sp modelId="{7CA05859-1986-4996-A83D-1E522AFA002B}">
      <dsp:nvSpPr>
        <dsp:cNvPr id="0" name=""/>
        <dsp:cNvSpPr/>
      </dsp:nvSpPr>
      <dsp:spPr>
        <a:xfrm>
          <a:off x="0" y="4710636"/>
          <a:ext cx="6364224" cy="59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/>
            <a:t>Less useful for individual items</a:t>
          </a:r>
        </a:p>
      </dsp:txBody>
      <dsp:txXfrm>
        <a:off x="0" y="4710636"/>
        <a:ext cx="6364224" cy="59616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3FFAFA-B3FB-416D-84BB-28F3A631F251}">
      <dsp:nvSpPr>
        <dsp:cNvPr id="0" name=""/>
        <dsp:cNvSpPr/>
      </dsp:nvSpPr>
      <dsp:spPr>
        <a:xfrm>
          <a:off x="0" y="895997"/>
          <a:ext cx="6364224" cy="16541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509EB5-1B39-41C8-8D16-42253E1F6E02}">
      <dsp:nvSpPr>
        <dsp:cNvPr id="0" name=""/>
        <dsp:cNvSpPr/>
      </dsp:nvSpPr>
      <dsp:spPr>
        <a:xfrm>
          <a:off x="500380" y="1268181"/>
          <a:ext cx="909782" cy="9097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92DD17-17AD-43E2-93A6-A253B680F1EF}">
      <dsp:nvSpPr>
        <dsp:cNvPr id="0" name=""/>
        <dsp:cNvSpPr/>
      </dsp:nvSpPr>
      <dsp:spPr>
        <a:xfrm>
          <a:off x="1910542" y="895997"/>
          <a:ext cx="4453681" cy="1654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064" tIns="175064" rIns="175064" bIns="17506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Simpler does not always mean accurate</a:t>
          </a:r>
        </a:p>
      </dsp:txBody>
      <dsp:txXfrm>
        <a:off x="1910542" y="895997"/>
        <a:ext cx="4453681" cy="1654149"/>
      </dsp:txXfrm>
    </dsp:sp>
    <dsp:sp modelId="{414077CE-B4EB-46AF-8270-F910EE29FC91}">
      <dsp:nvSpPr>
        <dsp:cNvPr id="0" name=""/>
        <dsp:cNvSpPr/>
      </dsp:nvSpPr>
      <dsp:spPr>
        <a:xfrm>
          <a:off x="0" y="2963684"/>
          <a:ext cx="6364224" cy="16541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18E9EE-2750-446E-A11F-E81390BE855B}">
      <dsp:nvSpPr>
        <dsp:cNvPr id="0" name=""/>
        <dsp:cNvSpPr/>
      </dsp:nvSpPr>
      <dsp:spPr>
        <a:xfrm>
          <a:off x="500380" y="3335868"/>
          <a:ext cx="909782" cy="9097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6E7AF9-FF51-4999-A452-2E0275298DC5}">
      <dsp:nvSpPr>
        <dsp:cNvPr id="0" name=""/>
        <dsp:cNvSpPr/>
      </dsp:nvSpPr>
      <dsp:spPr>
        <a:xfrm>
          <a:off x="1910542" y="2963684"/>
          <a:ext cx="4453681" cy="1654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064" tIns="175064" rIns="175064" bIns="17506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Complexity does not always mean slower</a:t>
          </a:r>
        </a:p>
      </dsp:txBody>
      <dsp:txXfrm>
        <a:off x="1910542" y="2963684"/>
        <a:ext cx="4453681" cy="165414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3FFAFA-B3FB-416D-84BB-28F3A631F251}">
      <dsp:nvSpPr>
        <dsp:cNvPr id="0" name=""/>
        <dsp:cNvSpPr/>
      </dsp:nvSpPr>
      <dsp:spPr>
        <a:xfrm>
          <a:off x="0" y="895997"/>
          <a:ext cx="6364224" cy="16541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509EB5-1B39-41C8-8D16-42253E1F6E02}">
      <dsp:nvSpPr>
        <dsp:cNvPr id="0" name=""/>
        <dsp:cNvSpPr/>
      </dsp:nvSpPr>
      <dsp:spPr>
        <a:xfrm>
          <a:off x="500380" y="1268181"/>
          <a:ext cx="909782" cy="9097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92DD17-17AD-43E2-93A6-A253B680F1EF}">
      <dsp:nvSpPr>
        <dsp:cNvPr id="0" name=""/>
        <dsp:cNvSpPr/>
      </dsp:nvSpPr>
      <dsp:spPr>
        <a:xfrm>
          <a:off x="1910542" y="895997"/>
          <a:ext cx="4453681" cy="1654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064" tIns="175064" rIns="175064" bIns="17506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Simpler does not always mean accurate</a:t>
          </a:r>
        </a:p>
      </dsp:txBody>
      <dsp:txXfrm>
        <a:off x="1910542" y="895997"/>
        <a:ext cx="4453681" cy="1654149"/>
      </dsp:txXfrm>
    </dsp:sp>
    <dsp:sp modelId="{414077CE-B4EB-46AF-8270-F910EE29FC91}">
      <dsp:nvSpPr>
        <dsp:cNvPr id="0" name=""/>
        <dsp:cNvSpPr/>
      </dsp:nvSpPr>
      <dsp:spPr>
        <a:xfrm>
          <a:off x="0" y="2963684"/>
          <a:ext cx="6364224" cy="16541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18E9EE-2750-446E-A11F-E81390BE855B}">
      <dsp:nvSpPr>
        <dsp:cNvPr id="0" name=""/>
        <dsp:cNvSpPr/>
      </dsp:nvSpPr>
      <dsp:spPr>
        <a:xfrm>
          <a:off x="500380" y="3335868"/>
          <a:ext cx="909782" cy="9097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6E7AF9-FF51-4999-A452-2E0275298DC5}">
      <dsp:nvSpPr>
        <dsp:cNvPr id="0" name=""/>
        <dsp:cNvSpPr/>
      </dsp:nvSpPr>
      <dsp:spPr>
        <a:xfrm>
          <a:off x="1910542" y="2963684"/>
          <a:ext cx="4453681" cy="1654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064" tIns="175064" rIns="175064" bIns="17506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Complexity does not always mean slower</a:t>
          </a:r>
        </a:p>
      </dsp:txBody>
      <dsp:txXfrm>
        <a:off x="1910542" y="2963684"/>
        <a:ext cx="4453681" cy="165414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3FFAFA-B3FB-416D-84BB-28F3A631F251}">
      <dsp:nvSpPr>
        <dsp:cNvPr id="0" name=""/>
        <dsp:cNvSpPr/>
      </dsp:nvSpPr>
      <dsp:spPr>
        <a:xfrm>
          <a:off x="0" y="895997"/>
          <a:ext cx="6364224" cy="16541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509EB5-1B39-41C8-8D16-42253E1F6E02}">
      <dsp:nvSpPr>
        <dsp:cNvPr id="0" name=""/>
        <dsp:cNvSpPr/>
      </dsp:nvSpPr>
      <dsp:spPr>
        <a:xfrm>
          <a:off x="500380" y="1268181"/>
          <a:ext cx="909782" cy="9097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92DD17-17AD-43E2-93A6-A253B680F1EF}">
      <dsp:nvSpPr>
        <dsp:cNvPr id="0" name=""/>
        <dsp:cNvSpPr/>
      </dsp:nvSpPr>
      <dsp:spPr>
        <a:xfrm>
          <a:off x="1910542" y="895997"/>
          <a:ext cx="4453681" cy="1654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064" tIns="175064" rIns="175064" bIns="17506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Simpler does not always mean accurate</a:t>
          </a:r>
        </a:p>
      </dsp:txBody>
      <dsp:txXfrm>
        <a:off x="1910542" y="895997"/>
        <a:ext cx="4453681" cy="1654149"/>
      </dsp:txXfrm>
    </dsp:sp>
    <dsp:sp modelId="{414077CE-B4EB-46AF-8270-F910EE29FC91}">
      <dsp:nvSpPr>
        <dsp:cNvPr id="0" name=""/>
        <dsp:cNvSpPr/>
      </dsp:nvSpPr>
      <dsp:spPr>
        <a:xfrm>
          <a:off x="0" y="2963684"/>
          <a:ext cx="6364224" cy="16541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18E9EE-2750-446E-A11F-E81390BE855B}">
      <dsp:nvSpPr>
        <dsp:cNvPr id="0" name=""/>
        <dsp:cNvSpPr/>
      </dsp:nvSpPr>
      <dsp:spPr>
        <a:xfrm>
          <a:off x="500380" y="3335868"/>
          <a:ext cx="909782" cy="9097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6E7AF9-FF51-4999-A452-2E0275298DC5}">
      <dsp:nvSpPr>
        <dsp:cNvPr id="0" name=""/>
        <dsp:cNvSpPr/>
      </dsp:nvSpPr>
      <dsp:spPr>
        <a:xfrm>
          <a:off x="1910542" y="2963684"/>
          <a:ext cx="4453681" cy="1654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064" tIns="175064" rIns="175064" bIns="17506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Complexity does not always mean slower</a:t>
          </a:r>
        </a:p>
      </dsp:txBody>
      <dsp:txXfrm>
        <a:off x="1910542" y="2963684"/>
        <a:ext cx="4453681" cy="165414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3FFAFA-B3FB-416D-84BB-28F3A631F251}">
      <dsp:nvSpPr>
        <dsp:cNvPr id="0" name=""/>
        <dsp:cNvSpPr/>
      </dsp:nvSpPr>
      <dsp:spPr>
        <a:xfrm>
          <a:off x="0" y="895997"/>
          <a:ext cx="6364224" cy="16541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509EB5-1B39-41C8-8D16-42253E1F6E02}">
      <dsp:nvSpPr>
        <dsp:cNvPr id="0" name=""/>
        <dsp:cNvSpPr/>
      </dsp:nvSpPr>
      <dsp:spPr>
        <a:xfrm>
          <a:off x="500380" y="1268181"/>
          <a:ext cx="909782" cy="9097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92DD17-17AD-43E2-93A6-A253B680F1EF}">
      <dsp:nvSpPr>
        <dsp:cNvPr id="0" name=""/>
        <dsp:cNvSpPr/>
      </dsp:nvSpPr>
      <dsp:spPr>
        <a:xfrm>
          <a:off x="1910542" y="895997"/>
          <a:ext cx="4453681" cy="1654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064" tIns="175064" rIns="175064" bIns="17506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Simpler does not always mean accurate</a:t>
          </a:r>
        </a:p>
      </dsp:txBody>
      <dsp:txXfrm>
        <a:off x="1910542" y="895997"/>
        <a:ext cx="4453681" cy="1654149"/>
      </dsp:txXfrm>
    </dsp:sp>
    <dsp:sp modelId="{414077CE-B4EB-46AF-8270-F910EE29FC91}">
      <dsp:nvSpPr>
        <dsp:cNvPr id="0" name=""/>
        <dsp:cNvSpPr/>
      </dsp:nvSpPr>
      <dsp:spPr>
        <a:xfrm>
          <a:off x="0" y="2963684"/>
          <a:ext cx="6364224" cy="16541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18E9EE-2750-446E-A11F-E81390BE855B}">
      <dsp:nvSpPr>
        <dsp:cNvPr id="0" name=""/>
        <dsp:cNvSpPr/>
      </dsp:nvSpPr>
      <dsp:spPr>
        <a:xfrm>
          <a:off x="500380" y="3335868"/>
          <a:ext cx="909782" cy="9097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6E7AF9-FF51-4999-A452-2E0275298DC5}">
      <dsp:nvSpPr>
        <dsp:cNvPr id="0" name=""/>
        <dsp:cNvSpPr/>
      </dsp:nvSpPr>
      <dsp:spPr>
        <a:xfrm>
          <a:off x="1910542" y="2963684"/>
          <a:ext cx="4453681" cy="1654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064" tIns="175064" rIns="175064" bIns="17506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Complexity does not always mean slower</a:t>
          </a:r>
        </a:p>
      </dsp:txBody>
      <dsp:txXfrm>
        <a:off x="1910542" y="2963684"/>
        <a:ext cx="4453681" cy="165414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691BAF-5BF9-4FCC-88D1-2451DA6DFD32}">
      <dsp:nvSpPr>
        <dsp:cNvPr id="0" name=""/>
        <dsp:cNvSpPr/>
      </dsp:nvSpPr>
      <dsp:spPr>
        <a:xfrm>
          <a:off x="0" y="33439"/>
          <a:ext cx="6666833" cy="12776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XGBoost</a:t>
          </a:r>
        </a:p>
      </dsp:txBody>
      <dsp:txXfrm>
        <a:off x="62369" y="95808"/>
        <a:ext cx="6542095" cy="1152902"/>
      </dsp:txXfrm>
    </dsp:sp>
    <dsp:sp modelId="{ECB6B54D-8CA0-4268-94B5-F78C9623874B}">
      <dsp:nvSpPr>
        <dsp:cNvPr id="0" name=""/>
        <dsp:cNvSpPr/>
      </dsp:nvSpPr>
      <dsp:spPr>
        <a:xfrm>
          <a:off x="0" y="1403239"/>
          <a:ext cx="6666833" cy="127764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High Efficiency</a:t>
          </a:r>
        </a:p>
      </dsp:txBody>
      <dsp:txXfrm>
        <a:off x="62369" y="1465608"/>
        <a:ext cx="6542095" cy="1152902"/>
      </dsp:txXfrm>
    </dsp:sp>
    <dsp:sp modelId="{F00CD077-C2E2-4318-92D7-A7248A8EAA58}">
      <dsp:nvSpPr>
        <dsp:cNvPr id="0" name=""/>
        <dsp:cNvSpPr/>
      </dsp:nvSpPr>
      <dsp:spPr>
        <a:xfrm>
          <a:off x="0" y="2773040"/>
          <a:ext cx="6666833" cy="127764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High Accuracy</a:t>
          </a:r>
        </a:p>
      </dsp:txBody>
      <dsp:txXfrm>
        <a:off x="62369" y="2835409"/>
        <a:ext cx="6542095" cy="1152902"/>
      </dsp:txXfrm>
    </dsp:sp>
    <dsp:sp modelId="{042C82EF-24BA-4357-B105-ACFA89C072E5}">
      <dsp:nvSpPr>
        <dsp:cNvPr id="0" name=""/>
        <dsp:cNvSpPr/>
      </dsp:nvSpPr>
      <dsp:spPr>
        <a:xfrm>
          <a:off x="0" y="4142840"/>
          <a:ext cx="6666833" cy="127764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Can be used across multiple stores and items in a single model</a:t>
          </a:r>
        </a:p>
      </dsp:txBody>
      <dsp:txXfrm>
        <a:off x="62369" y="4205209"/>
        <a:ext cx="6542095" cy="11529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C8129-AC81-4326-0D6C-5F3AE72548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0066CE-0BE9-7AD9-7717-F8B45D0BD6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D4BE6-BDCA-090C-50B5-43DC286C3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E739-A08F-4120-97BE-1945334A807C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FAE68-5581-2852-5D42-96E1F9D1B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DEDE4-5D58-B8B6-11E9-298D0292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51633-F627-4AF7-8E81-97381517FAD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8364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383D3-5673-8807-9D4D-935D0BD54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BAD60-9225-4F06-1874-382928469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2ADE8-8306-5B33-483D-3E1E918B4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E739-A08F-4120-97BE-1945334A807C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F49FD-E07D-4FCF-3A45-6AAE5CEB2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A1A3-60EA-C73B-36FE-6B2410C85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51633-F627-4AF7-8E81-97381517FAD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35582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3778D-ACBC-4673-E308-EE349B5B6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C5C745-5B16-403B-2D6C-A4AE8A353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83126-AE45-F34C-C736-9EEFF136A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E739-A08F-4120-97BE-1945334A807C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CF278-7022-ECA9-80FA-A4D85C10A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21AA3-35C1-2D2C-3582-4E227B35A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51633-F627-4AF7-8E81-97381517FAD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29949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6378E-3895-D2FE-84A7-C7681B155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523DD-7426-0E35-2319-E5BB20DD84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2AE298-8E4A-40AC-A0A3-D628398449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19BAE-88B2-1B4E-C531-2E5771FB4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E739-A08F-4120-97BE-1945334A807C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3DD99F-6973-87C2-E413-C15EE1DE4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7AC5C-F905-B062-F506-5F19DF4F9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51633-F627-4AF7-8E81-97381517FAD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1825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5A30C-CD21-B977-79C1-80490868B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15814-5F05-5AAE-7568-0E371F243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2326C8-6252-7CF1-C285-E37865761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54D953-A493-2AFC-B27C-E7304788DF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C4C5B8-DD32-0439-BBD3-3EA594CDBA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5FDFDC-9B86-5F8C-CE32-F61A6B2D6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E739-A08F-4120-97BE-1945334A807C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170696-4FA9-A63A-4E3C-D1B2611EF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A0D064-5C11-07D5-A375-D5EEAC0E4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51633-F627-4AF7-8E81-97381517FAD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13531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FEABA-D649-62B5-3FB2-36C3D532B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F05301-81D3-5451-88DE-E3384BD06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E739-A08F-4120-97BE-1945334A807C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7085B8-E7EF-7A3B-C73B-F9BC9A2D3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8FEC2B-43EE-58D6-970E-792E16AF2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51633-F627-4AF7-8E81-97381517FAD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70389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C29D8A-13AE-C3C5-A1F2-FFF256024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E739-A08F-4120-97BE-1945334A807C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76E1B0-4B57-FFEC-3D89-952145E8B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4FCAC2-6612-48D7-0785-709BE1A73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51633-F627-4AF7-8E81-97381517FAD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64928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97909-1DCC-2A77-9E56-9B30F0200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B1D50-A93F-0657-D322-062F43F6A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51901A-3F8E-D414-9FDA-874338A37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21D7A3-F52C-CD3F-0075-DFCA15EB1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E739-A08F-4120-97BE-1945334A807C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B6ED37-6864-0991-6133-29BAEFFCF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4930F-890B-6BCB-9D9A-1453D7FC5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51633-F627-4AF7-8E81-97381517FAD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59582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162A9-E3CF-7E80-7DF5-7A1C855C0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7171FC-6FC8-39F3-4477-673CFAD97B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9B2566-DFE7-DB72-A862-EE490409D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114EA-1B27-F923-5D53-015ED0F30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E739-A08F-4120-97BE-1945334A807C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B297DF-60AA-541D-A120-7FCDA4FA6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F070F3-9883-51A3-AB61-0E52B956C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51633-F627-4AF7-8E81-97381517FAD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78176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4D156-A1F6-7AF5-9A10-DB52F20F3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A7BDAC-C1DF-96D6-3545-E03327FAC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5AC0D-0DFA-699E-3F12-B5F3A91C1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E739-A08F-4120-97BE-1945334A807C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140AB-15FB-0748-F8DA-AD5742F02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C9097-FFD5-95C4-BBA9-8F889C016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51633-F627-4AF7-8E81-97381517FAD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70494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865F3C-0F98-F07C-8173-2AF74C41B5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3E36FD-149D-48CE-91BE-48CCC98A72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69EE3-E971-89FA-A0E5-2F8BF6FB4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E739-A08F-4120-97BE-1945334A807C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EEA75-2012-8984-1A51-2ABD7F236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1BD95-9F77-C572-ABE7-1B57F9CCE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51633-F627-4AF7-8E81-97381517FAD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42008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46652A-6941-4F8F-32EA-C6A37C1CA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6BB00-C58B-B3D7-9254-24AD22316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7A89A-D035-4EE8-325E-4F20E3EAD6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87E739-A08F-4120-97BE-1945334A807C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A3394-404E-4183-CF6B-04689F921E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02E42-2A80-BC79-01BF-75CD848CDB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551633-F627-4AF7-8E81-97381517FAD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89297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17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18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diagramLayout" Target="../diagrams/layout8.xml"/><Relationship Id="rId7" Type="http://schemas.openxmlformats.org/officeDocument/2006/relationships/image" Target="../media/image17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Relationship Id="rId9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27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28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diagramLayout" Target="../diagrams/layout12.xml"/><Relationship Id="rId7" Type="http://schemas.openxmlformats.org/officeDocument/2006/relationships/image" Target="../media/image27.pn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Relationship Id="rId9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639F21-9B4C-A585-3890-6E08D3CCAF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7400">
                <a:solidFill>
                  <a:srgbClr val="FFFFFF"/>
                </a:solidFill>
              </a:rPr>
              <a:t>Retail Sales Forecasting Using Time Series Models</a:t>
            </a:r>
            <a:endParaRPr lang="LID4096" sz="74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A25EC1-FD72-99F6-8691-3385EF3BBE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</a:rPr>
              <a:t>L.G.</a:t>
            </a:r>
            <a:endParaRPr lang="LID4096" sz="2000">
              <a:solidFill>
                <a:srgbClr val="FFFFFF"/>
              </a:solidFill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7764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62442B-FF54-596F-18AB-66FA1613A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 Objective</a:t>
            </a:r>
            <a:endParaRPr lang="LID4096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5572705-3C7F-D3F6-2617-117715656D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370947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7960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16EFA-B27B-4D36-AA7A-0E30FABF3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Overview</a:t>
            </a:r>
            <a:endParaRPr lang="LID4096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3A774497-98AF-8737-4AD9-CD90FA816F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85712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1029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25350-1B5C-7B03-57E1-FDAD849AC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Added features</a:t>
            </a:r>
            <a:endParaRPr lang="LID4096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CA0D3C-7F92-18A3-CB02-D95B3B8D72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1713879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5936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06FE8-D547-8B7B-9A8C-F7131C678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Analysis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73898-5235-8D8A-CA27-D7680BE0E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Findings:</a:t>
            </a:r>
          </a:p>
          <a:p>
            <a:pPr lvl="1"/>
            <a:r>
              <a:rPr lang="en-US" dirty="0"/>
              <a:t>Heavy Influence by whether or not the product is on promotion</a:t>
            </a:r>
          </a:p>
          <a:p>
            <a:pPr lvl="1"/>
            <a:r>
              <a:rPr lang="en-US" dirty="0"/>
              <a:t>Strong weekly seasonality</a:t>
            </a:r>
          </a:p>
          <a:p>
            <a:pPr lvl="1"/>
            <a:endParaRPr lang="en-US" dirty="0"/>
          </a:p>
          <a:p>
            <a:r>
              <a:rPr lang="en-US" dirty="0"/>
              <a:t>Visuals</a:t>
            </a:r>
          </a:p>
        </p:txBody>
      </p:sp>
    </p:spTree>
    <p:extLst>
      <p:ext uri="{BB962C8B-B14F-4D97-AF65-F5344CB8AC3E}">
        <p14:creationId xmlns:p14="http://schemas.microsoft.com/office/powerpoint/2010/main" val="2300540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7CB28-F726-47B3-A313-059B279FE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EF89B-886B-D823-7F87-761330428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Analysis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B98F9-C07C-2887-BF93-4C9994BAC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Findings:</a:t>
            </a:r>
          </a:p>
          <a:p>
            <a:pPr lvl="1"/>
            <a:r>
              <a:rPr lang="en-US" dirty="0"/>
              <a:t>Heavy Influence by whether or not the product is on promotion</a:t>
            </a:r>
          </a:p>
          <a:p>
            <a:pPr lvl="1"/>
            <a:r>
              <a:rPr lang="en-US" dirty="0"/>
              <a:t>Strong weekly seasonality</a:t>
            </a:r>
          </a:p>
          <a:p>
            <a:pPr lvl="1"/>
            <a:endParaRPr lang="en-US" dirty="0"/>
          </a:p>
          <a:p>
            <a:r>
              <a:rPr lang="en-US" dirty="0"/>
              <a:t>Visuals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8F284E4-E866-7F50-DC9F-8070E9F6F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425" y="609600"/>
            <a:ext cx="9963150" cy="563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1048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AD331-7F6D-DD94-7ED6-F24D976C8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9B426-5ADF-4C2B-0484-854DE8789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Analysis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C258F-FE6B-58D7-0C0E-25029B495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Findings:</a:t>
            </a:r>
          </a:p>
          <a:p>
            <a:pPr lvl="1"/>
            <a:r>
              <a:rPr lang="en-US" dirty="0"/>
              <a:t>Heavy Influence by whether or not the product is on promotion</a:t>
            </a:r>
          </a:p>
          <a:p>
            <a:pPr lvl="1"/>
            <a:r>
              <a:rPr lang="en-US" dirty="0"/>
              <a:t>Strong weekly seasonality</a:t>
            </a:r>
          </a:p>
          <a:p>
            <a:pPr lvl="1"/>
            <a:endParaRPr lang="en-US" dirty="0"/>
          </a:p>
          <a:p>
            <a:r>
              <a:rPr lang="en-US" dirty="0"/>
              <a:t>Visuals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2EBB820-5271-A0C4-81EB-A146ABEF8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823913"/>
            <a:ext cx="6457950" cy="521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1131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D07C8-CB3C-9A7B-64AE-BBDC986D0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EDB2B-13F9-3F4A-F85D-F26378F62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Analysis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C2172-07FA-C9E1-7A6E-026B25C27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821" y="1825625"/>
            <a:ext cx="10515600" cy="4351338"/>
          </a:xfrm>
        </p:spPr>
        <p:txBody>
          <a:bodyPr/>
          <a:lstStyle/>
          <a:p>
            <a:r>
              <a:rPr lang="en-US" dirty="0"/>
              <a:t>Key Findings:</a:t>
            </a:r>
          </a:p>
          <a:p>
            <a:pPr lvl="1"/>
            <a:r>
              <a:rPr lang="en-US" dirty="0"/>
              <a:t>Heavy Influence by whether or not the product is on promotion</a:t>
            </a:r>
          </a:p>
          <a:p>
            <a:pPr lvl="1"/>
            <a:r>
              <a:rPr lang="en-US" dirty="0"/>
              <a:t>Strong weekly seasonality</a:t>
            </a:r>
          </a:p>
          <a:p>
            <a:pPr lvl="1"/>
            <a:endParaRPr lang="en-US" dirty="0"/>
          </a:p>
          <a:p>
            <a:r>
              <a:rPr lang="en-US" dirty="0"/>
              <a:t>Visuals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BB79D16-8543-2A41-CD72-102805314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931" y="681037"/>
            <a:ext cx="8713219" cy="566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2240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4005F8-3816-573C-6A1F-AAB37BEA2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Models </a:t>
            </a:r>
            <a:endParaRPr lang="LID4096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EBBC8A-699F-A48C-8A4E-BBF9E23F78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4705374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8418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FDA8B-E0A9-E571-0CAA-FF6237834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Data</a:t>
            </a: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F309EA-F83F-40D1-A8CF-88E9F829F1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4087" y="1777499"/>
            <a:ext cx="780509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487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24CE00-B044-CA99-D7A2-03665EDA6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ED4EB0-262E-CF15-FB30-E50F9F40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Evaluation Matrix</a:t>
            </a:r>
            <a:endParaRPr lang="LID4096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B9BB1-FA97-6F9E-A6AF-84E149803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MSE - Mean Squared Error</a:t>
            </a:r>
          </a:p>
          <a:p>
            <a:pPr lvl="1"/>
            <a:r>
              <a:rPr lang="en-US" dirty="0"/>
              <a:t>Difference between predicted and actual value (Squared)</a:t>
            </a:r>
          </a:p>
          <a:p>
            <a:pPr lvl="1"/>
            <a:r>
              <a:rPr lang="en-US" dirty="0"/>
              <a:t>Useful for optimizing algorithms</a:t>
            </a:r>
          </a:p>
          <a:p>
            <a:pPr lvl="1"/>
            <a:r>
              <a:rPr lang="en-US" dirty="0"/>
              <a:t>Basic Evaluation technique</a:t>
            </a:r>
          </a:p>
          <a:p>
            <a:pPr lvl="1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890658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90668C-CE21-2481-7260-BD841EAFC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692579-B526-5426-24C6-7F0DBAD31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Evaluation Matrix</a:t>
            </a:r>
            <a:endParaRPr lang="LID4096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2C93F-68BA-144D-10AF-9F8F69B8C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RMSE - Root Mean Squared Error</a:t>
            </a:r>
          </a:p>
          <a:p>
            <a:pPr lvl="1"/>
            <a:r>
              <a:rPr lang="en-US" dirty="0"/>
              <a:t>Difference between predicted and actual value</a:t>
            </a:r>
          </a:p>
          <a:p>
            <a:pPr lvl="1"/>
            <a:r>
              <a:rPr lang="en-US" dirty="0"/>
              <a:t>Sensitive to outliers</a:t>
            </a:r>
          </a:p>
          <a:p>
            <a:pPr lvl="1"/>
            <a:r>
              <a:rPr lang="en-US" dirty="0"/>
              <a:t>Clearer and more intuitive because it has been square rooted</a:t>
            </a:r>
          </a:p>
          <a:p>
            <a:pPr lvl="1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590854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B72C16-1DC4-0222-F995-DD11A8A2E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Evaluation Matrix</a:t>
            </a:r>
            <a:endParaRPr lang="LID4096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B0611-1B74-C30F-6CC2-F9FD60C30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814403" cy="3935281"/>
          </a:xfrm>
        </p:spPr>
        <p:txBody>
          <a:bodyPr>
            <a:normAutofit fontScale="92500" lnSpcReduction="10000"/>
          </a:bodyPr>
          <a:lstStyle/>
          <a:p>
            <a:endParaRPr lang="en-US" sz="1700" dirty="0"/>
          </a:p>
          <a:p>
            <a:endParaRPr lang="en-US" sz="1700" dirty="0"/>
          </a:p>
          <a:p>
            <a:r>
              <a:rPr lang="en-US" sz="3000" dirty="0"/>
              <a:t>RMSLE - Root Mean Squared Logarithmic Error</a:t>
            </a:r>
          </a:p>
          <a:p>
            <a:pPr lvl="1"/>
            <a:r>
              <a:rPr lang="en-US" sz="3000" dirty="0"/>
              <a:t>Ratio between predicted and actual value</a:t>
            </a:r>
          </a:p>
          <a:p>
            <a:pPr lvl="1"/>
            <a:r>
              <a:rPr lang="en-US" sz="3000" dirty="0"/>
              <a:t>Unlike RMSE, treats percentage difference as more important than absolute difference</a:t>
            </a:r>
          </a:p>
          <a:p>
            <a:pPr lvl="1"/>
            <a:r>
              <a:rPr lang="en-US" sz="3000" dirty="0"/>
              <a:t>Deals better with outliers</a:t>
            </a:r>
          </a:p>
          <a:p>
            <a:pPr lvl="1"/>
            <a:endParaRPr lang="LID4096" sz="1700" dirty="0"/>
          </a:p>
        </p:txBody>
      </p:sp>
    </p:spTree>
    <p:extLst>
      <p:ext uri="{BB962C8B-B14F-4D97-AF65-F5344CB8AC3E}">
        <p14:creationId xmlns:p14="http://schemas.microsoft.com/office/powerpoint/2010/main" val="1517687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85E858-4F5C-49B0-75D3-25FB7FDE6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77AFA-99B8-89CF-B6AE-C0E96C040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Evaluation Matrix</a:t>
            </a:r>
            <a:endParaRPr lang="LID4096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246C9-B56C-259E-9F42-1B8205F4A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6468921" cy="4212936"/>
          </a:xfrm>
        </p:spPr>
        <p:txBody>
          <a:bodyPr>
            <a:normAutofit/>
          </a:bodyPr>
          <a:lstStyle/>
          <a:p>
            <a:endParaRPr lang="en-US" sz="1700" dirty="0"/>
          </a:p>
          <a:p>
            <a:endParaRPr lang="en-US" sz="1700" dirty="0"/>
          </a:p>
          <a:p>
            <a:r>
              <a:rPr lang="en-US" dirty="0"/>
              <a:t>MAE – Mean Absolute Error</a:t>
            </a:r>
          </a:p>
          <a:p>
            <a:pPr lvl="1"/>
            <a:r>
              <a:rPr lang="en-US" sz="2800" dirty="0"/>
              <a:t>Average absolute differences across all datapoints</a:t>
            </a:r>
          </a:p>
          <a:p>
            <a:pPr lvl="1"/>
            <a:r>
              <a:rPr lang="en-US" sz="2800" dirty="0"/>
              <a:t>Like RMSLE it deals better with outliers</a:t>
            </a:r>
          </a:p>
          <a:p>
            <a:pPr lvl="1"/>
            <a:r>
              <a:rPr lang="en-US" sz="2800" dirty="0"/>
              <a:t>Does not prioritize large errors over many small ones (All errors treated equally)</a:t>
            </a:r>
          </a:p>
          <a:p>
            <a:pPr lvl="1"/>
            <a:endParaRPr lang="LID4096" sz="1700" dirty="0"/>
          </a:p>
        </p:txBody>
      </p:sp>
    </p:spTree>
    <p:extLst>
      <p:ext uri="{BB962C8B-B14F-4D97-AF65-F5344CB8AC3E}">
        <p14:creationId xmlns:p14="http://schemas.microsoft.com/office/powerpoint/2010/main" val="1232874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8C71C4-D4AA-066A-DB03-B796E93F3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ARIMA</a:t>
            </a:r>
            <a:endParaRPr lang="LID4096" sz="40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F2557155-BD31-A3A0-D821-F8B323FBEE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1568059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3272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52EB41-B5E3-FA79-A724-CA6ABEAE2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4039621-C750-CE67-A832-DECF6FD6C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5BDDD021-5AA7-6D3B-99ED-43322CF9F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7732B018-8375-FC23-F9A8-430D8729B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104F24-B018-184B-BA91-E9AC4DCD4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ARIMA</a:t>
            </a:r>
            <a:endParaRPr lang="LID4096" sz="40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79B331-0D98-F09E-20B7-37571E3AB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44C9D45D-075F-74D9-6DD8-8E8F16F72E4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849C2345-0A34-6AC7-69CB-ACF845EE93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3505" y="246083"/>
            <a:ext cx="9064239" cy="653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06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9122E4-0558-5724-5856-E094923CB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E39A7CA-1214-C34A-C988-423B43059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F1350CC1-6989-8BB1-0A1D-A6650BF46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1BD3AED5-8F11-58E7-1015-C62C82B17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1DB5FA-2C29-568C-3DF8-1173AA5D5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ARIMA</a:t>
            </a:r>
            <a:endParaRPr lang="LID4096" sz="40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4F1F1D-4E0D-BDDE-69AF-0CEF22577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D14E5143-F52A-11B5-2CEB-8382EA05CDD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E5071E7-9B6A-DF1B-6921-D8A5C8FBF4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3160" y="2360797"/>
            <a:ext cx="7005195" cy="163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3729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C026BB-D473-1060-3191-46E4E3010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89EFE0C-1CD2-5AF9-25C6-81B97E195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D61DA214-2E0E-1A2B-D43A-4EF9325D7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1E87AD3D-6290-9369-51B1-64B0724446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979354-A930-00D9-C70B-388E29021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ARIMA</a:t>
            </a:r>
            <a:endParaRPr lang="LID4096" sz="40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3920AF-6228-9445-3354-1FF095075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E9CF9E59-10B4-5434-F87F-AA1397E01CB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503E1394-CE0A-10B3-6487-B0454AE4BC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7388" y="1825625"/>
            <a:ext cx="6037223" cy="43513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13229F-3C79-B2BF-F8E3-7198AB3DA6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0313" y="3033657"/>
            <a:ext cx="3391373" cy="790685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F359273-1A14-F048-0D0A-7BCED9F29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547688"/>
            <a:ext cx="10934700" cy="576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9853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B6F5D-68F1-94DB-507A-6526AA5D1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XGBoost</a:t>
            </a:r>
            <a:endParaRPr lang="LID4096">
              <a:solidFill>
                <a:srgbClr val="FFFFFF"/>
              </a:solidFill>
            </a:endParaRP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1223616D-D141-4497-54CC-7216DDD15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1700"/>
              <a:t>Gradient boosted algorithm</a:t>
            </a:r>
          </a:p>
          <a:p>
            <a:pPr lvl="1"/>
            <a:r>
              <a:rPr lang="en-US" sz="1700"/>
              <a:t>Decision Trees</a:t>
            </a:r>
          </a:p>
          <a:p>
            <a:pPr lvl="1"/>
            <a:endParaRPr lang="en-US" sz="1700"/>
          </a:p>
          <a:p>
            <a:r>
              <a:rPr lang="en-US" sz="1700"/>
              <a:t>Handles features like promotion or categorical data well (e.g. items)</a:t>
            </a:r>
          </a:p>
          <a:p>
            <a:pPr lvl="1"/>
            <a:r>
              <a:rPr lang="en-US" sz="1700"/>
              <a:t>Models like ARIMA struggle with this</a:t>
            </a:r>
          </a:p>
          <a:p>
            <a:pPr lvl="1"/>
            <a:endParaRPr lang="en-US" sz="1700"/>
          </a:p>
          <a:p>
            <a:r>
              <a:rPr lang="en-US" sz="1700"/>
              <a:t>Many items have 0 sales on some days</a:t>
            </a:r>
          </a:p>
          <a:p>
            <a:pPr lvl="1"/>
            <a:r>
              <a:rPr lang="en-US" sz="1700" err="1"/>
              <a:t>XGBoost</a:t>
            </a:r>
            <a:r>
              <a:rPr lang="en-US" sz="1700"/>
              <a:t> handles this much better than most alternative models</a:t>
            </a:r>
          </a:p>
          <a:p>
            <a:pPr lvl="1"/>
            <a:endParaRPr lang="en-US" sz="1700"/>
          </a:p>
          <a:p>
            <a:r>
              <a:rPr lang="en-US" sz="1700"/>
              <a:t>Adding other features such as “holiday events” increased </a:t>
            </a:r>
            <a:r>
              <a:rPr lang="en-US" sz="1700" err="1"/>
              <a:t>XGBoost</a:t>
            </a:r>
            <a:r>
              <a:rPr lang="en-US" sz="1700"/>
              <a:t> accuracy</a:t>
            </a:r>
          </a:p>
          <a:p>
            <a:pPr lvl="1"/>
            <a:r>
              <a:rPr lang="en-US" sz="1700"/>
              <a:t>As opposed to other models that missed it entirely</a:t>
            </a:r>
          </a:p>
          <a:p>
            <a:endParaRPr lang="en-US" sz="1700"/>
          </a:p>
          <a:p>
            <a:endParaRPr lang="LID4096" sz="1700"/>
          </a:p>
        </p:txBody>
      </p:sp>
    </p:spTree>
    <p:extLst>
      <p:ext uri="{BB962C8B-B14F-4D97-AF65-F5344CB8AC3E}">
        <p14:creationId xmlns:p14="http://schemas.microsoft.com/office/powerpoint/2010/main" val="2481053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2FCF5E-5B78-AB81-22C6-B744EADD8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6AF13A0-7C4D-03FE-5A30-53F59CEC8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0156572-BE62-23A7-8B3C-FB5D0E176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4C846B-4685-0D66-5498-D3C757F78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XGBoost</a:t>
            </a:r>
            <a:endParaRPr lang="LID4096">
              <a:solidFill>
                <a:srgbClr val="FFFFFF"/>
              </a:solidFill>
            </a:endParaRP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F61BF883-799A-6118-75E8-F7509536C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D6FB50C7-E8D0-0997-90B6-6BF15FD78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1700"/>
              <a:t>Gradient boosted algorithm</a:t>
            </a:r>
          </a:p>
          <a:p>
            <a:pPr lvl="1"/>
            <a:r>
              <a:rPr lang="en-US" sz="1700"/>
              <a:t>Decision Trees</a:t>
            </a:r>
          </a:p>
          <a:p>
            <a:pPr lvl="1"/>
            <a:endParaRPr lang="en-US" sz="1700"/>
          </a:p>
          <a:p>
            <a:r>
              <a:rPr lang="en-US" sz="1700"/>
              <a:t>Handles features like promotion or categorical data well (e.g. items)</a:t>
            </a:r>
          </a:p>
          <a:p>
            <a:pPr lvl="1"/>
            <a:r>
              <a:rPr lang="en-US" sz="1700"/>
              <a:t>Models like ARIMA struggle with this</a:t>
            </a:r>
          </a:p>
          <a:p>
            <a:pPr lvl="1"/>
            <a:endParaRPr lang="en-US" sz="1700"/>
          </a:p>
          <a:p>
            <a:r>
              <a:rPr lang="en-US" sz="1700"/>
              <a:t>Many items have 0 sales on some days</a:t>
            </a:r>
          </a:p>
          <a:p>
            <a:pPr lvl="1"/>
            <a:r>
              <a:rPr lang="en-US" sz="1700" err="1"/>
              <a:t>XGBoost</a:t>
            </a:r>
            <a:r>
              <a:rPr lang="en-US" sz="1700"/>
              <a:t> handles this much better than most alternative models</a:t>
            </a:r>
          </a:p>
          <a:p>
            <a:pPr lvl="1"/>
            <a:endParaRPr lang="en-US" sz="1700"/>
          </a:p>
          <a:p>
            <a:r>
              <a:rPr lang="en-US" sz="1700"/>
              <a:t>Adding other features such as “holiday events” increased </a:t>
            </a:r>
            <a:r>
              <a:rPr lang="en-US" sz="1700" err="1"/>
              <a:t>XGBoost</a:t>
            </a:r>
            <a:r>
              <a:rPr lang="en-US" sz="1700"/>
              <a:t> accuracy</a:t>
            </a:r>
          </a:p>
          <a:p>
            <a:pPr lvl="1"/>
            <a:r>
              <a:rPr lang="en-US" sz="1700"/>
              <a:t>As opposed to other models that missed it entirely</a:t>
            </a:r>
          </a:p>
          <a:p>
            <a:endParaRPr lang="en-US" sz="1700"/>
          </a:p>
          <a:p>
            <a:endParaRPr lang="LID4096" sz="17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F4FADC-9044-07A9-A50A-30E037A0E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5012" y="4293"/>
            <a:ext cx="66461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090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E14102-F58F-73E5-4696-10D8DE5BB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43BD73D-2224-1964-55B5-CAF91BC49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4549F36-EFF6-18A0-2EF1-04F179CD0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6E7A2-0A6F-1177-74AC-418607328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XGBoost</a:t>
            </a:r>
            <a:endParaRPr lang="LID4096">
              <a:solidFill>
                <a:srgbClr val="FFFFFF"/>
              </a:solidFill>
            </a:endParaRP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0944C76A-4468-181C-080F-0E182801C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02E05C62-6E63-B84A-E4FB-88F89C19F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1700"/>
              <a:t>Gradient boosted algorithm</a:t>
            </a:r>
          </a:p>
          <a:p>
            <a:pPr lvl="1"/>
            <a:r>
              <a:rPr lang="en-US" sz="1700"/>
              <a:t>Decision Trees</a:t>
            </a:r>
          </a:p>
          <a:p>
            <a:pPr lvl="1"/>
            <a:endParaRPr lang="en-US" sz="1700"/>
          </a:p>
          <a:p>
            <a:r>
              <a:rPr lang="en-US" sz="1700"/>
              <a:t>Handles features like promotion or categorical data well (e.g. items)</a:t>
            </a:r>
          </a:p>
          <a:p>
            <a:pPr lvl="1"/>
            <a:r>
              <a:rPr lang="en-US" sz="1700"/>
              <a:t>Models like ARIMA struggle with this</a:t>
            </a:r>
          </a:p>
          <a:p>
            <a:pPr lvl="1"/>
            <a:endParaRPr lang="en-US" sz="1700"/>
          </a:p>
          <a:p>
            <a:r>
              <a:rPr lang="en-US" sz="1700"/>
              <a:t>Many items have 0 sales on some days</a:t>
            </a:r>
          </a:p>
          <a:p>
            <a:pPr lvl="1"/>
            <a:r>
              <a:rPr lang="en-US" sz="1700" err="1"/>
              <a:t>XGBoost</a:t>
            </a:r>
            <a:r>
              <a:rPr lang="en-US" sz="1700"/>
              <a:t> handles this much better than most alternative models</a:t>
            </a:r>
          </a:p>
          <a:p>
            <a:pPr lvl="1"/>
            <a:endParaRPr lang="en-US" sz="1700"/>
          </a:p>
          <a:p>
            <a:r>
              <a:rPr lang="en-US" sz="1700"/>
              <a:t>Adding other features such as “holiday events” increased </a:t>
            </a:r>
            <a:r>
              <a:rPr lang="en-US" sz="1700" err="1"/>
              <a:t>XGBoost</a:t>
            </a:r>
            <a:r>
              <a:rPr lang="en-US" sz="1700"/>
              <a:t> accuracy</a:t>
            </a:r>
          </a:p>
          <a:p>
            <a:pPr lvl="1"/>
            <a:r>
              <a:rPr lang="en-US" sz="1700"/>
              <a:t>As opposed to other models that missed it entirely</a:t>
            </a:r>
          </a:p>
          <a:p>
            <a:endParaRPr lang="en-US" sz="1700"/>
          </a:p>
          <a:p>
            <a:endParaRPr lang="LID4096" sz="170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8FA319A-C0CE-B22B-BBFD-0C701CACA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857" y="2364397"/>
            <a:ext cx="6760123" cy="139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3967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848601-2F43-B5C7-1460-5A5B548E8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10AD259-9A5F-C906-4940-795D4288B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2E8DB38-4A83-5C6B-C013-CFA25BED7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71134A-8B3B-ACCB-6FD0-28DB4B2BC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XGBoost</a:t>
            </a:r>
            <a:endParaRPr lang="LID4096">
              <a:solidFill>
                <a:srgbClr val="FFFFFF"/>
              </a:solidFill>
            </a:endParaRP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FA2B7467-EF86-4744-2D7E-44E536343D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9C3B5616-DD26-5099-4E44-809379A65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1700"/>
              <a:t>Gradient boosted algorithm</a:t>
            </a:r>
          </a:p>
          <a:p>
            <a:pPr lvl="1"/>
            <a:r>
              <a:rPr lang="en-US" sz="1700"/>
              <a:t>Decision Trees</a:t>
            </a:r>
          </a:p>
          <a:p>
            <a:pPr lvl="1"/>
            <a:endParaRPr lang="en-US" sz="1700"/>
          </a:p>
          <a:p>
            <a:r>
              <a:rPr lang="en-US" sz="1700"/>
              <a:t>Handles features like promotion or categorical data well (e.g. items)</a:t>
            </a:r>
          </a:p>
          <a:p>
            <a:pPr lvl="1"/>
            <a:r>
              <a:rPr lang="en-US" sz="1700"/>
              <a:t>Models like ARIMA struggle with this</a:t>
            </a:r>
          </a:p>
          <a:p>
            <a:pPr lvl="1"/>
            <a:endParaRPr lang="en-US" sz="1700"/>
          </a:p>
          <a:p>
            <a:r>
              <a:rPr lang="en-US" sz="1700"/>
              <a:t>Many items have 0 sales on some days</a:t>
            </a:r>
          </a:p>
          <a:p>
            <a:pPr lvl="1"/>
            <a:r>
              <a:rPr lang="en-US" sz="1700" err="1"/>
              <a:t>XGBoost</a:t>
            </a:r>
            <a:r>
              <a:rPr lang="en-US" sz="1700"/>
              <a:t> handles this much better than most alternative models</a:t>
            </a:r>
          </a:p>
          <a:p>
            <a:pPr lvl="1"/>
            <a:endParaRPr lang="en-US" sz="1700"/>
          </a:p>
          <a:p>
            <a:r>
              <a:rPr lang="en-US" sz="1700"/>
              <a:t>Adding other features such as “holiday events” increased </a:t>
            </a:r>
            <a:r>
              <a:rPr lang="en-US" sz="1700" err="1"/>
              <a:t>XGBoost</a:t>
            </a:r>
            <a:r>
              <a:rPr lang="en-US" sz="1700"/>
              <a:t> accuracy</a:t>
            </a:r>
          </a:p>
          <a:p>
            <a:pPr lvl="1"/>
            <a:r>
              <a:rPr lang="en-US" sz="1700"/>
              <a:t>As opposed to other models that missed it entirely</a:t>
            </a:r>
          </a:p>
          <a:p>
            <a:endParaRPr lang="en-US" sz="1700"/>
          </a:p>
          <a:p>
            <a:endParaRPr lang="LID4096" sz="17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C47C1D-206A-1D19-189E-FA99D64DB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097" y="0"/>
            <a:ext cx="6597805" cy="6858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A529604-5C21-B93D-B264-3A2447C6F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971" y="3071762"/>
            <a:ext cx="3458058" cy="714475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4C22D302-0958-025F-56C0-8C979D2EA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547688"/>
            <a:ext cx="10934700" cy="576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98287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CA43D7-7B4F-5EC1-6964-693DF057D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Exponential Smoothing (Holt-Winters)</a:t>
            </a:r>
            <a:endParaRPr lang="LID4096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B12B36-7ECC-13A2-6BBE-212AEA9916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4440001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91988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5ADC13-61EF-8DED-3F87-129B7930F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BF2B676-65CC-C9FD-B058-BD144708A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05AF0A02-0D45-25FD-6F43-23EC93BE3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6BCD678F-5650-1546-01FA-A1BF195BC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5765F0-9ADE-C9A5-433A-86A18C3BF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Exponential Smoothing (Holt-Winters)</a:t>
            </a:r>
            <a:endParaRPr lang="LID4096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A5097E-1CF9-49E0-E4E9-5A93D9ABE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4763A9-FADA-3C13-6906-6BBBDAD4A17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4896700-A4BA-25F4-D585-D56820DDC4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6774" y="-4572"/>
            <a:ext cx="101705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2356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9880E0-F430-DE41-4706-BBF078F1D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7647496-05DA-851E-AC37-0BE62F9C40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F9161E5B-0771-46DE-5529-1F6601434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A8B16DE5-F2D9-129D-FEA8-504EB23EE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B046B8-0D6B-1B67-F3AE-6D17DC4E7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Exponential Smoothing (Holt-Winters)</a:t>
            </a:r>
            <a:endParaRPr lang="LID4096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A755E9-4047-69E4-26F7-ACCE42E92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3EB698-25CA-06C2-9AF8-8B51758C187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80E5A58-C02D-925F-E778-E4489ED36E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2830" y="2754719"/>
            <a:ext cx="7084016" cy="134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8374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1F8EB6-F610-A6A2-7580-E98C3DB05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D42B4A-F221-FBC7-1783-F761E5194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64D400A6-45D3-50BF-1541-AD90156F2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231D234-BC3A-1B17-89F0-2DDF13D59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763D7B-2B2A-5F0A-38D7-931B83F08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Exponential Smoothing (Holt-Winters)</a:t>
            </a:r>
            <a:endParaRPr lang="LID4096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8498AB-0D10-81FC-9B0C-557252DB7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0051F44-DD48-2E7E-8DFB-9B9BADC1653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4EA27CF-7C8D-5DCB-7887-11039E31EB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728" y="0"/>
            <a:ext cx="10170543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F0979B-547B-DC02-C39E-9057364835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19260" y="3033657"/>
            <a:ext cx="4153480" cy="790685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7166D661-9C5C-3DC7-9879-8574ADE72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547688"/>
            <a:ext cx="10934700" cy="576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11830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0496D-5614-0B93-63A8-8B4064178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9544A-DD2E-51CA-D82E-B2F932E68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Prophet</a:t>
            </a: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F685D7-39FE-3C47-A6C1-6307B516E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Open-Source additive time-series forecasting model</a:t>
            </a:r>
          </a:p>
          <a:p>
            <a:r>
              <a:rPr lang="en-US" dirty="0"/>
              <a:t>Meta (Facebook)</a:t>
            </a:r>
          </a:p>
          <a:p>
            <a:r>
              <a:rPr lang="en-US" dirty="0"/>
              <a:t>More effective over longer periods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5002871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04AE1-8ECE-A2D7-D812-8E4B6175F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Prophet</a:t>
            </a:r>
            <a:endParaRPr lang="LID4096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8DB4E05-2C4F-7E3B-D380-5E7C94DAC5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7208" y="190224"/>
            <a:ext cx="9827723" cy="647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7243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4C5C6-DD1A-DDAA-E8FB-2F712F025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3A1AD-CDED-A267-0AED-7FD5A5440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Prophet</a:t>
            </a: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AFED28-1D65-77AC-DD93-EB44F4AB31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90570" y="1690688"/>
            <a:ext cx="5070550" cy="426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6009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F72C0-0248-605D-DA1A-2AD80AED9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7BB8E-9C4B-53BA-7DEC-6AEAC4FFF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Prophet</a:t>
            </a:r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74C12E-BD86-DC4A-5E09-E0EEC6AE0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159" y="3147461"/>
            <a:ext cx="6421759" cy="35330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3459EE-AE63-7964-BB67-AD4671F2F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403" y="1381872"/>
            <a:ext cx="7649643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805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0FA2D-E81D-5E0E-25D1-D11FEE200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383D3-D27E-2601-BBE9-B27565AF8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Prophet</a:t>
            </a: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A9B28B-1DDD-11BF-4EF5-2C91EFE38D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62208" y="2543765"/>
            <a:ext cx="3467584" cy="29150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CE1F18-0D81-5B8F-3E39-A05598CDE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627" y="1861919"/>
            <a:ext cx="5696745" cy="3134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CAB8EE-216F-2DDF-80B7-3A1D7EE2FB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9069" y="1367710"/>
            <a:ext cx="8364117" cy="5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0586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FDE12-1A10-B64F-589B-EF4DE6D4F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A403C-0384-331F-AC4C-BC5B487C9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Prophet</a:t>
            </a: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B1F23F-0E66-9A54-C265-9F2850E56F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62208" y="2543765"/>
            <a:ext cx="3467584" cy="29150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0C8BFA-5D85-46E8-2AF7-433ADB77A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627" y="1861919"/>
            <a:ext cx="5696745" cy="3134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726952-4F5C-5A0D-C29B-480A2ADE7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3941" y="866417"/>
            <a:ext cx="8364117" cy="5125165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978C1D1C-E839-E91B-7B44-011BED4AF0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75" y="0"/>
            <a:ext cx="103314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25523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C24B2-0DCD-5593-6B81-087036BA0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31773-0453-9C40-92BF-B0D1FE64C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Prophet</a:t>
            </a: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10847E-888D-2F33-31DB-6DEE532DD3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62208" y="2543765"/>
            <a:ext cx="3467584" cy="29150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CEDAC5-C1AF-4EC7-7792-42034CC19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627" y="1861919"/>
            <a:ext cx="5696745" cy="3134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F230F7-F443-679B-1CB7-FF3057F77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3941" y="866417"/>
            <a:ext cx="8364117" cy="5125165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A96D7761-1CC8-728E-F0AD-4054940A2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12825"/>
            <a:ext cx="12192000" cy="4830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02392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89316-BFE1-7C74-7A27-152493495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6E1A69-124B-2887-6E32-9CC084674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557" y="1500198"/>
            <a:ext cx="6916115" cy="1124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39BE1F-B19E-220F-E697-DE30A09EC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033" y="2754350"/>
            <a:ext cx="7478169" cy="20100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A5DEA2-45C3-018B-DC66-5638506BD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593" y="4867982"/>
            <a:ext cx="4182059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3129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00B422-7B06-0E15-E716-F2723F0FF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68C575-6C7A-F7A4-CD88-7FEE43A56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Comparison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E552F1-88A7-87AC-DE29-441751928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5112" y="3241942"/>
            <a:ext cx="6232892" cy="34291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005D62-7BB3-DD4C-A691-D91D78CE2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145" y="2019790"/>
            <a:ext cx="4105709" cy="1140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5379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D39C8E-32D4-D75E-FA47-EC65C23BF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Best Model</a:t>
            </a:r>
            <a:endParaRPr lang="LID4096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52DA08-0F55-7683-279C-FE78726369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162554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79366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CD4D5-F43A-086D-DDE7-E5FF69CDF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&amp; Reflection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A0B92-E65E-24FC-2118-4D842229C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Prophet</a:t>
            </a:r>
          </a:p>
          <a:p>
            <a:pPr lvl="1"/>
            <a:r>
              <a:rPr lang="en-US" dirty="0"/>
              <a:t>Initially confusing</a:t>
            </a:r>
          </a:p>
          <a:p>
            <a:pPr lvl="1"/>
            <a:r>
              <a:rPr lang="en-US" dirty="0"/>
              <a:t>Inaccurate predictions</a:t>
            </a:r>
          </a:p>
          <a:p>
            <a:pPr lvl="2"/>
            <a:r>
              <a:rPr lang="en-US" dirty="0"/>
              <a:t>Limited Timeframe</a:t>
            </a:r>
          </a:p>
          <a:p>
            <a:pPr lvl="1"/>
            <a:r>
              <a:rPr lang="en-US" dirty="0"/>
              <a:t>Inefficient</a:t>
            </a:r>
          </a:p>
          <a:p>
            <a:pPr lvl="2"/>
            <a:endParaRPr lang="en-US" dirty="0"/>
          </a:p>
          <a:p>
            <a:r>
              <a:rPr lang="en-US" dirty="0"/>
              <a:t>Each model has strengths and weaknesses</a:t>
            </a:r>
          </a:p>
          <a:p>
            <a:pPr lvl="1"/>
            <a:r>
              <a:rPr lang="en-US" dirty="0"/>
              <a:t>Bound by the data used or the desired result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883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3DA01-E3F1-0032-9A83-FE5681A9F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Repository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CA3C0-E239-060E-181C-FE3688904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https://github.com/LoGiProjects/Time-Series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738191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857</Words>
  <Application>Microsoft Office PowerPoint</Application>
  <PresentationFormat>Widescreen</PresentationFormat>
  <Paragraphs>187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Aptos</vt:lpstr>
      <vt:lpstr>Aptos Display</vt:lpstr>
      <vt:lpstr>Arial</vt:lpstr>
      <vt:lpstr>Calibri</vt:lpstr>
      <vt:lpstr>Office Theme</vt:lpstr>
      <vt:lpstr>Retail Sales Forecasting Using Time Series Models</vt:lpstr>
      <vt:lpstr> Objective</vt:lpstr>
      <vt:lpstr>Data Overview</vt:lpstr>
      <vt:lpstr>Added features</vt:lpstr>
      <vt:lpstr>Exploratory Analysis</vt:lpstr>
      <vt:lpstr>Exploratory Analysis</vt:lpstr>
      <vt:lpstr>Exploratory Analysis</vt:lpstr>
      <vt:lpstr>Exploratory Analysis</vt:lpstr>
      <vt:lpstr>Models </vt:lpstr>
      <vt:lpstr>Training Data</vt:lpstr>
      <vt:lpstr>Evaluation Matrix</vt:lpstr>
      <vt:lpstr>Evaluation Matrix</vt:lpstr>
      <vt:lpstr>Evaluation Matrix</vt:lpstr>
      <vt:lpstr>Evaluation Matrix</vt:lpstr>
      <vt:lpstr>ARIMA</vt:lpstr>
      <vt:lpstr>ARIMA</vt:lpstr>
      <vt:lpstr>ARIMA</vt:lpstr>
      <vt:lpstr>ARIMA</vt:lpstr>
      <vt:lpstr>XGBoost</vt:lpstr>
      <vt:lpstr>XGBoost</vt:lpstr>
      <vt:lpstr>XGBoost</vt:lpstr>
      <vt:lpstr>XGBoost</vt:lpstr>
      <vt:lpstr>Exponential Smoothing (Holt-Winters)</vt:lpstr>
      <vt:lpstr>Exponential Smoothing (Holt-Winters)</vt:lpstr>
      <vt:lpstr>Exponential Smoothing (Holt-Winters)</vt:lpstr>
      <vt:lpstr>Exponential Smoothing (Holt-Winters)</vt:lpstr>
      <vt:lpstr>Prophet</vt:lpstr>
      <vt:lpstr>Prophet</vt:lpstr>
      <vt:lpstr>Prophet</vt:lpstr>
      <vt:lpstr>Prophet</vt:lpstr>
      <vt:lpstr>Prophet</vt:lpstr>
      <vt:lpstr>Prophet</vt:lpstr>
      <vt:lpstr>Prophet</vt:lpstr>
      <vt:lpstr>Comparison</vt:lpstr>
      <vt:lpstr>Comparison</vt:lpstr>
      <vt:lpstr>Best Model</vt:lpstr>
      <vt:lpstr>Challenges &amp; Reflection</vt:lpstr>
      <vt:lpstr>GitHub Repository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Lode Gijbels</dc:creator>
  <cp:lastModifiedBy>Lode Gijbels</cp:lastModifiedBy>
  <cp:revision>3</cp:revision>
  <dcterms:created xsi:type="dcterms:W3CDTF">2026-02-05T10:09:25Z</dcterms:created>
  <dcterms:modified xsi:type="dcterms:W3CDTF">2026-02-06T09:35:59Z</dcterms:modified>
</cp:coreProperties>
</file>